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313c450542439fb1" providerId="LiveId" clId="{6DDE568B-55AE-48E6-B69F-C0A0274B456D}"/>
    <pc:docChg chg="undo custSel modSld">
      <pc:chgData name="" userId="313c450542439fb1" providerId="LiveId" clId="{6DDE568B-55AE-48E6-B69F-C0A0274B456D}" dt="2026-04-16T10:06:59.443" v="70" actId="1076"/>
      <pc:docMkLst>
        <pc:docMk/>
      </pc:docMkLst>
      <pc:sldChg chg="addSp delSp modSp">
        <pc:chgData name="" userId="313c450542439fb1" providerId="LiveId" clId="{6DDE568B-55AE-48E6-B69F-C0A0274B456D}" dt="2026-04-16T10:06:59.443" v="70" actId="1076"/>
        <pc:sldMkLst>
          <pc:docMk/>
          <pc:sldMk cId="2534957414" sldId="256"/>
        </pc:sldMkLst>
        <pc:spChg chg="mod">
          <ac:chgData name="" userId="313c450542439fb1" providerId="LiveId" clId="{6DDE568B-55AE-48E6-B69F-C0A0274B456D}" dt="2026-04-16T10:06:59.443" v="70" actId="1076"/>
          <ac:spMkLst>
            <pc:docMk/>
            <pc:sldMk cId="2534957414" sldId="256"/>
            <ac:spMk id="2" creationId="{F967885E-1A66-4982-B806-0A0ADC121873}"/>
          </ac:spMkLst>
        </pc:spChg>
        <pc:spChg chg="mod">
          <ac:chgData name="" userId="313c450542439fb1" providerId="LiveId" clId="{6DDE568B-55AE-48E6-B69F-C0A0274B456D}" dt="2026-04-16T10:06:47.001" v="67" actId="1076"/>
          <ac:spMkLst>
            <pc:docMk/>
            <pc:sldMk cId="2534957414" sldId="256"/>
            <ac:spMk id="3" creationId="{6D8BC824-D419-4E64-AF01-5FCEA5962B89}"/>
          </ac:spMkLst>
        </pc:spChg>
        <pc:spChg chg="add del">
          <ac:chgData name="" userId="313c450542439fb1" providerId="LiveId" clId="{6DDE568B-55AE-48E6-B69F-C0A0274B456D}" dt="2026-04-16T10:05:11.666" v="44"/>
          <ac:spMkLst>
            <pc:docMk/>
            <pc:sldMk cId="2534957414" sldId="256"/>
            <ac:spMk id="4" creationId="{495DE0E2-EBA2-47B6-800D-9A1C072798F3}"/>
          </ac:spMkLst>
        </pc:spChg>
        <pc:spChg chg="add mod">
          <ac:chgData name="" userId="313c450542439fb1" providerId="LiveId" clId="{6DDE568B-55AE-48E6-B69F-C0A0274B456D}" dt="2026-04-16T10:06:14.341" v="59" actId="1076"/>
          <ac:spMkLst>
            <pc:docMk/>
            <pc:sldMk cId="2534957414" sldId="256"/>
            <ac:spMk id="5" creationId="{3684974E-7403-431A-A651-CB71C60F8EB0}"/>
          </ac:spMkLst>
        </pc:spChg>
        <pc:picChg chg="mod">
          <ac:chgData name="" userId="313c450542439fb1" providerId="LiveId" clId="{6DDE568B-55AE-48E6-B69F-C0A0274B456D}" dt="2026-04-16T10:06:54.381" v="69" actId="1076"/>
          <ac:picMkLst>
            <pc:docMk/>
            <pc:sldMk cId="2534957414" sldId="256"/>
            <ac:picMk id="8" creationId="{0DBF4070-FF62-4895-BD1A-91FB2128C5BB}"/>
          </ac:picMkLst>
        </pc:picChg>
      </pc:sldChg>
      <pc:sldChg chg="modSp">
        <pc:chgData name="" userId="313c450542439fb1" providerId="LiveId" clId="{6DDE568B-55AE-48E6-B69F-C0A0274B456D}" dt="2026-04-16T09:05:08.144" v="40" actId="20577"/>
        <pc:sldMkLst>
          <pc:docMk/>
          <pc:sldMk cId="1814154345" sldId="259"/>
        </pc:sldMkLst>
        <pc:spChg chg="mod">
          <ac:chgData name="" userId="313c450542439fb1" providerId="LiveId" clId="{6DDE568B-55AE-48E6-B69F-C0A0274B456D}" dt="2026-04-16T09:05:08.144" v="40" actId="20577"/>
          <ac:spMkLst>
            <pc:docMk/>
            <pc:sldMk cId="1814154345" sldId="259"/>
            <ac:spMk id="4" creationId="{D4D772AB-FDC3-4F3D-9F33-CE631029D95B}"/>
          </ac:spMkLst>
        </pc:spChg>
      </pc:sldChg>
      <pc:sldChg chg="addSp delSp modSp">
        <pc:chgData name="" userId="313c450542439fb1" providerId="LiveId" clId="{6DDE568B-55AE-48E6-B69F-C0A0274B456D}" dt="2026-04-15T05:44:43.704" v="28" actId="20577"/>
        <pc:sldMkLst>
          <pc:docMk/>
          <pc:sldMk cId="1633924897" sldId="261"/>
        </pc:sldMkLst>
        <pc:spChg chg="mod">
          <ac:chgData name="" userId="313c450542439fb1" providerId="LiveId" clId="{6DDE568B-55AE-48E6-B69F-C0A0274B456D}" dt="2026-04-15T05:44:43.704" v="28" actId="20577"/>
          <ac:spMkLst>
            <pc:docMk/>
            <pc:sldMk cId="1633924897" sldId="261"/>
            <ac:spMk id="3" creationId="{10EA0B2A-B7D0-4C4E-ADE6-98002669C5E2}"/>
          </ac:spMkLst>
        </pc:spChg>
        <pc:spChg chg="add del mod">
          <ac:chgData name="" userId="313c450542439fb1" providerId="LiveId" clId="{6DDE568B-55AE-48E6-B69F-C0A0274B456D}" dt="2026-04-15T05:43:39.550" v="8" actId="478"/>
          <ac:spMkLst>
            <pc:docMk/>
            <pc:sldMk cId="1633924897" sldId="261"/>
            <ac:spMk id="4" creationId="{4CEE4865-0C46-4C66-A2B0-E4B11773A5EE}"/>
          </ac:spMkLst>
        </pc:spChg>
        <pc:spChg chg="add del">
          <ac:chgData name="" userId="313c450542439fb1" providerId="LiveId" clId="{6DDE568B-55AE-48E6-B69F-C0A0274B456D}" dt="2026-04-15T05:43:41.817" v="10"/>
          <ac:spMkLst>
            <pc:docMk/>
            <pc:sldMk cId="1633924897" sldId="261"/>
            <ac:spMk id="5" creationId="{C179EE99-6E0A-45E5-9764-DE600535C66C}"/>
          </ac:spMkLst>
        </pc:spChg>
        <pc:spChg chg="add mod">
          <ac:chgData name="" userId="313c450542439fb1" providerId="LiveId" clId="{6DDE568B-55AE-48E6-B69F-C0A0274B456D}" dt="2026-04-15T05:44:43.030" v="27" actId="1076"/>
          <ac:spMkLst>
            <pc:docMk/>
            <pc:sldMk cId="1633924897" sldId="261"/>
            <ac:spMk id="6" creationId="{B9C7C230-4AAB-40AF-86B8-8240EE784455}"/>
          </ac:spMkLst>
        </pc:spChg>
        <pc:spChg chg="add del">
          <ac:chgData name="" userId="313c450542439fb1" providerId="LiveId" clId="{6DDE568B-55AE-48E6-B69F-C0A0274B456D}" dt="2026-04-15T05:44:32.506" v="20"/>
          <ac:spMkLst>
            <pc:docMk/>
            <pc:sldMk cId="1633924897" sldId="261"/>
            <ac:spMk id="8" creationId="{14C85296-3CAA-4C97-8F8A-52852CA3DFF1}"/>
          </ac:spMkLst>
        </pc:spChg>
        <pc:spChg chg="add del mod">
          <ac:chgData name="" userId="313c450542439fb1" providerId="LiveId" clId="{6DDE568B-55AE-48E6-B69F-C0A0274B456D}" dt="2026-04-15T05:44:42.580" v="26"/>
          <ac:spMkLst>
            <pc:docMk/>
            <pc:sldMk cId="1633924897" sldId="261"/>
            <ac:spMk id="9" creationId="{87CC4799-FFD8-4816-8256-DD70F9F53993}"/>
          </ac:spMkLst>
        </pc:spChg>
        <pc:picChg chg="mod">
          <ac:chgData name="" userId="313c450542439fb1" providerId="LiveId" clId="{6DDE568B-55AE-48E6-B69F-C0A0274B456D}" dt="2026-04-15T05:43:44.853" v="13" actId="1076"/>
          <ac:picMkLst>
            <pc:docMk/>
            <pc:sldMk cId="1633924897" sldId="261"/>
            <ac:picMk id="7" creationId="{1F2AF466-D81E-49C4-88F7-8384D6AC766F}"/>
          </ac:picMkLst>
        </pc:picChg>
        <pc:picChg chg="mod">
          <ac:chgData name="" userId="313c450542439fb1" providerId="LiveId" clId="{6DDE568B-55AE-48E6-B69F-C0A0274B456D}" dt="2026-04-15T05:43:09.781" v="2" actId="1076"/>
          <ac:picMkLst>
            <pc:docMk/>
            <pc:sldMk cId="1633924897" sldId="261"/>
            <ac:picMk id="4098" creationId="{0FB91507-BC4B-4E7E-AE9C-C7499622998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69D0E-C1D0-4D37-9AE9-3AFD8BEBA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055FEC-3723-43B7-9588-04079F82B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7DEB15-4DEC-4F95-8485-1CAEA9802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2C9E-9005-46E1-86F0-3940057E08D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7173CA-FA73-46EB-8BB9-B55CCA74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62D124-BE64-4141-AF9E-40D408A81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1564-1206-4599-B0B1-0785F1B31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362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C3698B-0F50-4831-AE39-AD840DFE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E39910-A8E7-45D1-927A-49D020301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34CBA7-8292-4AC6-9A03-94E97F6BB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2C9E-9005-46E1-86F0-3940057E08D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CC0BA-D701-4712-BD3E-72C3B4DE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CBF2BF-EE89-45AC-938F-E5249B80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1564-1206-4599-B0B1-0785F1B31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77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F59C38-0161-4350-BC91-C9DD7644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1631E6-2F9D-4F5C-B0BD-74FB66EE8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6B75F5-BA5E-44A0-A02A-8F1AF76A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2C9E-9005-46E1-86F0-3940057E08D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FB6983-19E0-49A7-B1A2-D80806C9D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5D8CA0-F7B7-4ABD-AAD2-6719C4FE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1564-1206-4599-B0B1-0785F1B31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128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D80BA-1494-4D4E-A55B-AE51BA26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1F0123-7B41-4372-B6B1-3FDAC3DE1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5FA1D3-EFE9-420B-ABB0-E6B2E8D3A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786BFB-78E6-4EAA-8F7E-0A5E196DF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2C9E-9005-46E1-86F0-3940057E08D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884F9A-6828-42EF-92CE-97783C8A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16BC79-9549-4707-A346-18BCD137B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1564-1206-4599-B0B1-0785F1B31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55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3B20F-3610-4F17-9E44-BBEB5421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95FC66-2AA5-4FC7-8CC6-A5A1242E4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1B55F0-C2EE-4007-958E-60392078C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1DD336B-8FDC-4A70-8799-38BCAADD7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19FEBB6-2012-426B-93BC-ED4A005B5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EEB402-338C-41CA-BB53-E8F080CD1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2C9E-9005-46E1-86F0-3940057E08D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F594B67-2077-413C-9361-6557611A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E0A789B-F855-4BAD-B209-35DB2EA7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1564-1206-4599-B0B1-0785F1B31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87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39880-F3EC-4C31-AB57-7B9500F18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A0D5A52-F785-4D0A-B1B7-2C6F3E8A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2C9E-9005-46E1-86F0-3940057E08D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4DB5A9-6D6F-4DA5-8125-0D7F357DA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36D5957-3E73-424B-822D-CDC8455D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1564-1206-4599-B0B1-0785F1B31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819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F7D8289-1111-46E8-B425-E9724460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2C9E-9005-46E1-86F0-3940057E08D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CB0B25B-3F92-4859-9BBA-C8606DD9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E08233-0648-48AC-AFA8-8804B3DB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1564-1206-4599-B0B1-0785F1B31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48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7E97A2-9CB4-487C-938E-8896C8B16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3FC59C-5631-43B1-A53F-55694C15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4F0F14-CFE5-4205-ACFB-EF9B1ED93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94537F-6ECB-4632-91EF-A5103B9FB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2C9E-9005-46E1-86F0-3940057E08D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78B7ED-2AC1-4937-AE48-C399CB2F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7EE741-FDBD-43E3-B276-3F7F1170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1564-1206-4599-B0B1-0785F1B31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69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F322C-76AD-43CB-BDC4-7B60833A6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615C424-8966-4185-B2E4-B0708D72B1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54051C-7C6E-477E-968B-D4482363E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718EA6-AFB9-452D-A7CC-37676989C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2C9E-9005-46E1-86F0-3940057E08D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9DCC3D-9D0A-4062-B60A-E23506C74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F93F20-84EA-45CE-84BE-0CFC1820A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1564-1206-4599-B0B1-0785F1B31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73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18D54-9AF5-427A-BDB1-1004416C2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D1E8A02-F374-4C73-B0A9-E9CB7F852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6C0D99-3D25-4912-975F-EA6100F6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2C9E-9005-46E1-86F0-3940057E08D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A9499D-B3DA-4DE0-A960-AE8D1844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91ABB5-5289-41D5-828D-244851A8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1564-1206-4599-B0B1-0785F1B31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388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607E51A-B574-4AEE-BC17-2F64F1CA58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53E46F-3993-4A3C-A5EC-9728FC173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47D75C-FE74-4411-A390-78A4B60C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2C9E-9005-46E1-86F0-3940057E08D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C3DBC7-83CC-4333-9D56-E8EDDEE3C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E2F1FD-A00C-45D8-A22D-F8684B94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E1564-1206-4599-B0B1-0785F1B31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633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77EFD6-2515-4A27-9E6F-F5B73265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C8C648-5A9A-4835-90CE-31118AA86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0FFBB2-0CF4-46BF-8939-235EEBD4C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A2C9E-9005-46E1-86F0-3940057E08D6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6C13F6-7257-4CDD-B7D1-FA96E2698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96C37A-17ED-4CB5-AB15-B5A575C10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E1564-1206-4599-B0B1-0785F1B31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224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descr="https://sun9-24.userapi.com/s/v1/ig2/Qn1XZKuyokx--nm2-wWOlWh1L1F7MLB6Wnu3BEi8jZlTIELyrwzTntnFILSFBt10ipJmlM-J2eWLuE2_2XAd_Z7l.jpg?quality=95&amp;as=32x18,48x27,72x40,108x60,160x89,240x134,360x201,480x268,540x301,640x357,720x402,1080x603,1280x714,1440x804,2560x1429&amp;from=bu&amp;u=53k7CoH-Vxq3Uz6TxnS3QU4IZx3WzC5R_Kl705fV4fM&amp;cs=1280x0">
            <a:extLst>
              <a:ext uri="{FF2B5EF4-FFF2-40B4-BE49-F238E27FC236}">
                <a16:creationId xmlns:a16="http://schemas.microsoft.com/office/drawing/2014/main" id="{0DBF4070-FF62-4895-BD1A-91FB2128C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6178" y="-532681"/>
            <a:ext cx="14204346" cy="792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7885E-1A66-4982-B806-0A0ADC121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948" y="2168975"/>
            <a:ext cx="9674087" cy="2520050"/>
          </a:xfrm>
        </p:spPr>
        <p:txBody>
          <a:bodyPr>
            <a:normAutofit/>
          </a:bodyPr>
          <a:lstStyle/>
          <a:p>
            <a:r>
              <a:rPr lang="ru-RU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Разноуровневые задания «Периметр многоугольника»</a:t>
            </a:r>
            <a:br>
              <a:rPr lang="ru-RU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класс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8BC824-D419-4E64-AF01-5FCEA5962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8512" y="5732260"/>
            <a:ext cx="7354961" cy="985703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Волкова Е. М., группа 2221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684974E-7403-431A-A651-CB71C60F8EB0}"/>
              </a:ext>
            </a:extLst>
          </p:cNvPr>
          <p:cNvSpPr/>
          <p:nvPr/>
        </p:nvSpPr>
        <p:spPr>
          <a:xfrm>
            <a:off x="864698" y="140037"/>
            <a:ext cx="1046259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Департамент образования Томской области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Областное государственное бюджетное профессиональное образовательное учреждение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«Томский государственный педагогический колледж»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(ОГБПОУ «ТГПК»)</a:t>
            </a:r>
          </a:p>
        </p:txBody>
      </p:sp>
    </p:spTree>
    <p:extLst>
      <p:ext uri="{BB962C8B-B14F-4D97-AF65-F5344CB8AC3E}">
        <p14:creationId xmlns:p14="http://schemas.microsoft.com/office/powerpoint/2010/main" val="2534957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https://sun9-24.userapi.com/s/v1/ig2/Qn1XZKuyokx--nm2-wWOlWh1L1F7MLB6Wnu3BEi8jZlTIELyrwzTntnFILSFBt10ipJmlM-J2eWLuE2_2XAd_Z7l.jpg?quality=95&amp;as=32x18,48x27,72x40,108x60,160x89,240x134,360x201,480x268,540x301,640x357,720x402,1080x603,1280x714,1440x804,2560x1429&amp;from=bu&amp;u=53k7CoH-Vxq3Uz6TxnS3QU4IZx3WzC5R_Kl705fV4fM&amp;cs=1280x0">
            <a:extLst>
              <a:ext uri="{FF2B5EF4-FFF2-40B4-BE49-F238E27FC236}">
                <a16:creationId xmlns:a16="http://schemas.microsoft.com/office/drawing/2014/main" id="{9003BC77-E6A6-4711-A478-F5084E52C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6175" y="-532681"/>
            <a:ext cx="14204346" cy="792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6144F-8287-46D8-8057-E4A833CC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792" y="23688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Узнавание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EA0B2A-B7D0-4C4E-ADE6-98002669C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443"/>
            <a:ext cx="1002858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Задание: рассмотри картинку. Поставь «✓» в квадратике под той фигурой, у которой можно найти периметр.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Предполагаемые ответы: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A0E943E-593A-4223-8917-3301A323154B}"/>
              </a:ext>
            </a:extLst>
          </p:cNvPr>
          <p:cNvSpPr/>
          <p:nvPr/>
        </p:nvSpPr>
        <p:spPr>
          <a:xfrm>
            <a:off x="6464214" y="4095228"/>
            <a:ext cx="57277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балл - фигура отмечена верно.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баллов - фигура отмечена неверно.</a:t>
            </a:r>
          </a:p>
        </p:txBody>
      </p:sp>
      <p:pic>
        <p:nvPicPr>
          <p:cNvPr id="1030" name="Picture 6" descr="https://sun9-31.userapi.com/s/v1/ig2/tHyYxp-YLqdU4TBQABEFYOHrAbNCY0B8YXUyRCL6nIDHXXqSr2mGg3lNXVRHgjWuFqcixNO4jqHnGIYsLv1QmCxW.jpg?quality=95&amp;as=32x32,48x48,72x72,108x108,160x160,240x240,360x360,480x480,540x540,640x640,720x720,1080x1080,1280x1280,1440x1440,2048x2048&amp;from=bu&amp;u=u8L2A3X2wOz7X7qwrXWtGW1M7LVvzgsdfyx9D9tidyc&amp;cs=1280x0">
            <a:extLst>
              <a:ext uri="{FF2B5EF4-FFF2-40B4-BE49-F238E27FC236}">
                <a16:creationId xmlns:a16="http://schemas.microsoft.com/office/drawing/2014/main" id="{58E0912B-2629-4987-9BCB-EBA36CE591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38" b="28116"/>
          <a:stretch/>
        </p:blipFill>
        <p:spPr bwMode="auto">
          <a:xfrm>
            <a:off x="838198" y="2477463"/>
            <a:ext cx="3612412" cy="150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https://sun9-31.userapi.com/s/v1/ig2/tHyYxp-YLqdU4TBQABEFYOHrAbNCY0B8YXUyRCL6nIDHXXqSr2mGg3lNXVRHgjWuFqcixNO4jqHnGIYsLv1QmCxW.jpg?quality=95&amp;as=32x32,48x48,72x72,108x108,160x160,240x240,360x360,480x480,540x540,640x640,720x720,1080x1080,1280x1280,1440x1440,2048x2048&amp;from=bu&amp;u=u8L2A3X2wOz7X7qwrXWtGW1M7LVvzgsdfyx9D9tidyc&amp;cs=1280x0">
            <a:extLst>
              <a:ext uri="{FF2B5EF4-FFF2-40B4-BE49-F238E27FC236}">
                <a16:creationId xmlns:a16="http://schemas.microsoft.com/office/drawing/2014/main" id="{C02329D4-9BFF-4B59-B54F-CD6F0905C3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38" b="28116"/>
          <a:stretch/>
        </p:blipFill>
        <p:spPr bwMode="auto">
          <a:xfrm>
            <a:off x="838198" y="4893291"/>
            <a:ext cx="3612412" cy="150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E59A01C-1D3A-43F8-B15B-03FECE034606}"/>
              </a:ext>
            </a:extLst>
          </p:cNvPr>
          <p:cNvSpPr/>
          <p:nvPr/>
        </p:nvSpPr>
        <p:spPr>
          <a:xfrm>
            <a:off x="2471594" y="5939285"/>
            <a:ext cx="7884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✓ </a:t>
            </a:r>
          </a:p>
        </p:txBody>
      </p:sp>
    </p:spTree>
    <p:extLst>
      <p:ext uri="{BB962C8B-B14F-4D97-AF65-F5344CB8AC3E}">
        <p14:creationId xmlns:p14="http://schemas.microsoft.com/office/powerpoint/2010/main" val="1938501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descr="https://sun9-24.userapi.com/s/v1/ig2/Qn1XZKuyokx--nm2-wWOlWh1L1F7MLB6Wnu3BEi8jZlTIELyrwzTntnFILSFBt10ipJmlM-J2eWLuE2_2XAd_Z7l.jpg?quality=95&amp;as=32x18,48x27,72x40,108x60,160x89,240x134,360x201,480x268,540x301,640x357,720x402,1080x603,1280x714,1440x804,2560x1429&amp;from=bu&amp;u=53k7CoH-Vxq3Uz6TxnS3QU4IZx3WzC5R_Kl705fV4fM&amp;cs=1280x0">
            <a:extLst>
              <a:ext uri="{FF2B5EF4-FFF2-40B4-BE49-F238E27FC236}">
                <a16:creationId xmlns:a16="http://schemas.microsoft.com/office/drawing/2014/main" id="{597A9D1E-CDF5-4B92-BD63-2B9B9FAE5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6175" y="-532681"/>
            <a:ext cx="14204346" cy="792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6144F-8287-46D8-8057-E4A833CC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23556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Воспроизведение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EA0B2A-B7D0-4C4E-ADE6-98002669C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627" y="1562443"/>
            <a:ext cx="10982741" cy="49178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Задание: вспомни правило и вставь два пропущенных слова.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«Чтобы найти периметр многоугольника, нужно ______ длины всех его ______».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Предполагаемые ответы: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«Чтобы найти периметр многоугольника, нужно 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сложить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длины всех его 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сторон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Критерии: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балла - оба слова вставлены верно.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балл - верно вставлено только одно слово.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баллов - оба слова вставлены неверно.</a:t>
            </a:r>
          </a:p>
        </p:txBody>
      </p:sp>
    </p:spTree>
    <p:extLst>
      <p:ext uri="{BB962C8B-B14F-4D97-AF65-F5344CB8AC3E}">
        <p14:creationId xmlns:p14="http://schemas.microsoft.com/office/powerpoint/2010/main" val="3582351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" descr="https://sun9-24.userapi.com/s/v1/ig2/Qn1XZKuyokx--nm2-wWOlWh1L1F7MLB6Wnu3BEi8jZlTIELyrwzTntnFILSFBt10ipJmlM-J2eWLuE2_2XAd_Z7l.jpg?quality=95&amp;as=32x18,48x27,72x40,108x60,160x89,240x134,360x201,480x268,540x301,640x357,720x402,1080x603,1280x714,1440x804,2560x1429&amp;from=bu&amp;u=53k7CoH-Vxq3Uz6TxnS3QU4IZx3WzC5R_Kl705fV4fM&amp;cs=1280x0">
            <a:extLst>
              <a:ext uri="{FF2B5EF4-FFF2-40B4-BE49-F238E27FC236}">
                <a16:creationId xmlns:a16="http://schemas.microsoft.com/office/drawing/2014/main" id="{263B1595-D150-4AD4-83AB-0CDE12B91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6175" y="-532681"/>
            <a:ext cx="14204346" cy="792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6144F-8287-46D8-8057-E4A833CC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23688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Понимание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EA0B2A-B7D0-4C4E-ADE6-98002669C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627" y="1562443"/>
            <a:ext cx="10982741" cy="49178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Задание: определи, верны ли утверждения. Напиши «Верно» или «Неверно».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Периметр многоугольника – это сумма длин всех его сторон.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Периметр треугольника со сторонами 8 см, 4 см и 6 см равен 18 см.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Чтобы найти периметр, нужно длины сторон умножить.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Предполагаемые ответы: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Верно.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Верно.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Неверно.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4D772AB-FDC3-4F3D-9F33-CE631029D95B}"/>
              </a:ext>
            </a:extLst>
          </p:cNvPr>
          <p:cNvSpPr/>
          <p:nvPr/>
        </p:nvSpPr>
        <p:spPr>
          <a:xfrm>
            <a:off x="5862427" y="3809497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балла - все 3 ответа верны.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балла - допущена 1 ошибка.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балл - допущено 2 ошибки.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баллов - допущено 3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ошибки.</a:t>
            </a:r>
          </a:p>
        </p:txBody>
      </p:sp>
    </p:spTree>
    <p:extLst>
      <p:ext uri="{BB962C8B-B14F-4D97-AF65-F5344CB8AC3E}">
        <p14:creationId xmlns:p14="http://schemas.microsoft.com/office/powerpoint/2010/main" val="1814154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https://sun9-24.userapi.com/s/v1/ig2/Qn1XZKuyokx--nm2-wWOlWh1L1F7MLB6Wnu3BEi8jZlTIELyrwzTntnFILSFBt10ipJmlM-J2eWLuE2_2XAd_Z7l.jpg?quality=95&amp;as=32x18,48x27,72x40,108x60,160x89,240x134,360x201,480x268,540x301,640x357,720x402,1080x603,1280x714,1440x804,2560x1429&amp;from=bu&amp;u=53k7CoH-Vxq3Uz6TxnS3QU4IZx3WzC5R_Kl705fV4fM&amp;cs=1280x0">
            <a:extLst>
              <a:ext uri="{FF2B5EF4-FFF2-40B4-BE49-F238E27FC236}">
                <a16:creationId xmlns:a16="http://schemas.microsoft.com/office/drawing/2014/main" id="{A8047F3C-A62F-4966-A516-DE22E3F41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6175" y="-532681"/>
            <a:ext cx="14204346" cy="792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6144F-8287-46D8-8057-E4A833CC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23688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Применение в знакомых условиях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EA0B2A-B7D0-4C4E-ADE6-98002669C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627" y="1562443"/>
            <a:ext cx="11110295" cy="49178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Задание: прочитай задачу и реши её.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Слава согнул кусок проволоки так, что получился треугольник со сторонами длиной 8 см, 3 см и 6 см. Какой длины был этот кусок проволоки? Чему равен периметр треугольника?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Предполагаемые ответы: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8 + 3 + 6 = 17 (см).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Ответ: 17 см - длина проволоки, 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 см - периметр треугольника.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4D772AB-FDC3-4F3D-9F33-CE631029D95B}"/>
              </a:ext>
            </a:extLst>
          </p:cNvPr>
          <p:cNvSpPr/>
          <p:nvPr/>
        </p:nvSpPr>
        <p:spPr>
          <a:xfrm>
            <a:off x="5862427" y="3429000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балла - задача решена верно, записано решение и ответ с единицами измерения.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балла - ход решения верный, но допущена 1 вычислительная ошибка.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балла - сложены не все стороны.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балл - записан только ответ без решения.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баллов - задача не решена.</a:t>
            </a:r>
          </a:p>
        </p:txBody>
      </p:sp>
    </p:spTree>
    <p:extLst>
      <p:ext uri="{BB962C8B-B14F-4D97-AF65-F5344CB8AC3E}">
        <p14:creationId xmlns:p14="http://schemas.microsoft.com/office/powerpoint/2010/main" val="4033005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 descr="https://sun9-24.userapi.com/s/v1/ig2/Qn1XZKuyokx--nm2-wWOlWh1L1F7MLB6Wnu3BEi8jZlTIELyrwzTntnFILSFBt10ipJmlM-J2eWLuE2_2XAd_Z7l.jpg?quality=95&amp;as=32x18,48x27,72x40,108x60,160x89,240x134,360x201,480x268,540x301,640x357,720x402,1080x603,1280x714,1440x804,2560x1429&amp;from=bu&amp;u=53k7CoH-Vxq3Uz6TxnS3QU4IZx3WzC5R_Kl705fV4fM&amp;cs=1280x0">
            <a:extLst>
              <a:ext uri="{FF2B5EF4-FFF2-40B4-BE49-F238E27FC236}">
                <a16:creationId xmlns:a16="http://schemas.microsoft.com/office/drawing/2014/main" id="{1F2AF466-D81E-49C4-88F7-8384D6AC7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06175" y="-532681"/>
            <a:ext cx="14204346" cy="792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6144F-8287-46D8-8057-E4A833CC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250718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Применение в новых условиях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EA0B2A-B7D0-4C4E-ADE6-98002669C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625" y="1413051"/>
            <a:ext cx="10982746" cy="17556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Задание: составь памятку «Как найти периметр многоугольника» и творчески оформи её на листе А4.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Памятка должна содержать: 1. Соответствие заданию. 2. Правило. 3. Пример с решением. 4. Аккуратность выполнения. 5. Оригинальность оформления.</a:t>
            </a: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https://sun9-81.userapi.com/s/v1/ig2/v02EzK4QpU30TJM_j6Z3JV7JRhgSxN-H7LzSNt5ocgBG4lMvB9yQYTH6Y8j1xxa1HHAa5Mzx8fEjuQC1cxMF-y_I.jpg?quality=95&amp;as=32x45,48x68,72x102,108x153,160x226,240x339,360x509,480x678,540x763,640x904,720x1018,1055x1491&amp;from=bu&amp;u=vjK-m6iXUoLdkG46blsCGzcUAOVW2m_mLTyZkbfSiOw&amp;cs=1055x0">
            <a:extLst>
              <a:ext uri="{FF2B5EF4-FFF2-40B4-BE49-F238E27FC236}">
                <a16:creationId xmlns:a16="http://schemas.microsoft.com/office/drawing/2014/main" id="{0FB91507-BC4B-4E7E-AE9C-C74996229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322" y="3168720"/>
            <a:ext cx="2610678" cy="368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9C7C230-4AAB-40AF-86B8-8240EE784455}"/>
              </a:ext>
            </a:extLst>
          </p:cNvPr>
          <p:cNvSpPr/>
          <p:nvPr/>
        </p:nvSpPr>
        <p:spPr>
          <a:xfrm>
            <a:off x="604625" y="3168720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баллов - соблюдены все 5 критериев.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балла - не соблюдён 1 критерий.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балла - не соблюдены 2 критерия.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балла - не соблюдены 3 критерия.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балл - не соблюдены 4 критерия.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баллов - не соблюдён ни один критерий.</a:t>
            </a:r>
          </a:p>
        </p:txBody>
      </p:sp>
    </p:spTree>
    <p:extLst>
      <p:ext uri="{BB962C8B-B14F-4D97-AF65-F5344CB8AC3E}">
        <p14:creationId xmlns:p14="http://schemas.microsoft.com/office/powerpoint/2010/main" val="16339248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493</Words>
  <Application>Microsoft Office PowerPoint</Application>
  <PresentationFormat>Широкоэкранный</PresentationFormat>
  <Paragraphs>69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Разноуровневые задания «Периметр многоугольника» 2 класс</vt:lpstr>
      <vt:lpstr>1. Узнавание</vt:lpstr>
      <vt:lpstr>2. Воспроизведение</vt:lpstr>
      <vt:lpstr>3. Понимание</vt:lpstr>
      <vt:lpstr>4. Применение в знакомых условиях</vt:lpstr>
      <vt:lpstr>5. Применение в новых условиях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Разноуровневые задания «Периметр многоугольника» 2 класс</dc:title>
  <dc:creator>Елена Волкова</dc:creator>
  <cp:lastModifiedBy>Елена Волкова</cp:lastModifiedBy>
  <cp:revision>6</cp:revision>
  <dcterms:created xsi:type="dcterms:W3CDTF">2026-04-15T04:54:21Z</dcterms:created>
  <dcterms:modified xsi:type="dcterms:W3CDTF">2026-04-16T10:07:23Z</dcterms:modified>
</cp:coreProperties>
</file>