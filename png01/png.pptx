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70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313c450542439fb1" providerId="LiveId" clId="{ECFA3E4C-27FD-4737-B06B-C63793E1F2EC}"/>
    <pc:docChg chg="undo custSel addSld delSld modSld sldOrd modMainMaster">
      <pc:chgData name="" userId="313c450542439fb1" providerId="LiveId" clId="{ECFA3E4C-27FD-4737-B06B-C63793E1F2EC}" dt="2026-04-12T05:35:01.502" v="1279" actId="1076"/>
      <pc:docMkLst>
        <pc:docMk/>
      </pc:docMkLst>
      <pc:sldChg chg="addSp modSp del setBg modAnim">
        <pc:chgData name="" userId="313c450542439fb1" providerId="LiveId" clId="{ECFA3E4C-27FD-4737-B06B-C63793E1F2EC}" dt="2026-04-11T18:15:58.506" v="1042" actId="2696"/>
        <pc:sldMkLst>
          <pc:docMk/>
          <pc:sldMk cId="3742565529" sldId="256"/>
        </pc:sldMkLst>
        <pc:spChg chg="add mod">
          <ac:chgData name="" userId="313c450542439fb1" providerId="LiveId" clId="{ECFA3E4C-27FD-4737-B06B-C63793E1F2EC}" dt="2026-04-11T17:32:34.987" v="47" actId="20577"/>
          <ac:spMkLst>
            <pc:docMk/>
            <pc:sldMk cId="3742565529" sldId="256"/>
            <ac:spMk id="11" creationId="{5A6F6980-48B8-4EDA-83AE-0559637EF380}"/>
          </ac:spMkLst>
        </pc:spChg>
      </pc:sldChg>
      <pc:sldChg chg="addSp delSp modSp modAnim">
        <pc:chgData name="" userId="313c450542439fb1" providerId="LiveId" clId="{ECFA3E4C-27FD-4737-B06B-C63793E1F2EC}" dt="2026-04-11T19:28:11.463" v="1188" actId="14100"/>
        <pc:sldMkLst>
          <pc:docMk/>
          <pc:sldMk cId="824162790" sldId="257"/>
        </pc:sldMkLst>
        <pc:spChg chg="mod">
          <ac:chgData name="" userId="313c450542439fb1" providerId="LiveId" clId="{ECFA3E4C-27FD-4737-B06B-C63793E1F2EC}" dt="2026-04-11T19:17:51.354" v="1138" actId="1076"/>
          <ac:spMkLst>
            <pc:docMk/>
            <pc:sldMk cId="824162790" sldId="257"/>
            <ac:spMk id="3" creationId="{7097A614-71CC-4BA4-84DD-A8DCF55361A8}"/>
          </ac:spMkLst>
        </pc:spChg>
        <pc:spChg chg="add mod">
          <ac:chgData name="" userId="313c450542439fb1" providerId="LiveId" clId="{ECFA3E4C-27FD-4737-B06B-C63793E1F2EC}" dt="2026-04-11T19:17:55.010" v="1139" actId="1076"/>
          <ac:spMkLst>
            <pc:docMk/>
            <pc:sldMk cId="824162790" sldId="257"/>
            <ac:spMk id="4" creationId="{2575E949-0348-475C-A710-25986332BD8E}"/>
          </ac:spMkLst>
        </pc:spChg>
        <pc:spChg chg="add mod">
          <ac:chgData name="" userId="313c450542439fb1" providerId="LiveId" clId="{ECFA3E4C-27FD-4737-B06B-C63793E1F2EC}" dt="2026-04-11T19:17:57.510" v="1140" actId="1076"/>
          <ac:spMkLst>
            <pc:docMk/>
            <pc:sldMk cId="824162790" sldId="257"/>
            <ac:spMk id="5" creationId="{486A93BC-4A7A-4719-9E74-9714706E0720}"/>
          </ac:spMkLst>
        </pc:spChg>
        <pc:picChg chg="add del mod">
          <ac:chgData name="" userId="313c450542439fb1" providerId="LiveId" clId="{ECFA3E4C-27FD-4737-B06B-C63793E1F2EC}" dt="2026-04-11T19:22:12.831" v="1158" actId="478"/>
          <ac:picMkLst>
            <pc:docMk/>
            <pc:sldMk cId="824162790" sldId="257"/>
            <ac:picMk id="6" creationId="{BCF701C1-67AE-4C5D-A986-34E3F708BB91}"/>
          </ac:picMkLst>
        </pc:picChg>
        <pc:picChg chg="add del mod">
          <ac:chgData name="" userId="313c450542439fb1" providerId="LiveId" clId="{ECFA3E4C-27FD-4737-B06B-C63793E1F2EC}" dt="2026-04-11T19:14:10.130" v="1129" actId="478"/>
          <ac:picMkLst>
            <pc:docMk/>
            <pc:sldMk cId="824162790" sldId="257"/>
            <ac:picMk id="2050" creationId="{BDD459FA-83D1-478F-BBBC-2C0196F01FF8}"/>
          </ac:picMkLst>
        </pc:picChg>
        <pc:picChg chg="add del mod">
          <ac:chgData name="" userId="313c450542439fb1" providerId="LiveId" clId="{ECFA3E4C-27FD-4737-B06B-C63793E1F2EC}" dt="2026-04-11T19:19:11.036" v="1146" actId="478"/>
          <ac:picMkLst>
            <pc:docMk/>
            <pc:sldMk cId="824162790" sldId="257"/>
            <ac:picMk id="2052" creationId="{25E2D5C0-10B9-4BC7-B823-96F949DF7B57}"/>
          </ac:picMkLst>
        </pc:picChg>
        <pc:picChg chg="add del mod">
          <ac:chgData name="" userId="313c450542439fb1" providerId="LiveId" clId="{ECFA3E4C-27FD-4737-B06B-C63793E1F2EC}" dt="2026-04-11T19:20:07.111" v="1150" actId="478"/>
          <ac:picMkLst>
            <pc:docMk/>
            <pc:sldMk cId="824162790" sldId="257"/>
            <ac:picMk id="2054" creationId="{35562BA1-81E5-4860-A7F6-BEFB31C5FC33}"/>
          </ac:picMkLst>
        </pc:picChg>
        <pc:picChg chg="add del mod">
          <ac:chgData name="" userId="313c450542439fb1" providerId="LiveId" clId="{ECFA3E4C-27FD-4737-B06B-C63793E1F2EC}" dt="2026-04-11T19:20:26.456" v="1153" actId="478"/>
          <ac:picMkLst>
            <pc:docMk/>
            <pc:sldMk cId="824162790" sldId="257"/>
            <ac:picMk id="2056" creationId="{0EFD8F93-7BAD-4F90-AB81-4A4D5D43953F}"/>
          </ac:picMkLst>
        </pc:picChg>
        <pc:picChg chg="add del mod">
          <ac:chgData name="" userId="313c450542439fb1" providerId="LiveId" clId="{ECFA3E4C-27FD-4737-B06B-C63793E1F2EC}" dt="2026-04-11T19:21:01.976" v="1156" actId="478"/>
          <ac:picMkLst>
            <pc:docMk/>
            <pc:sldMk cId="824162790" sldId="257"/>
            <ac:picMk id="2058" creationId="{E5576ED9-9548-4872-BB6E-714B2406FA64}"/>
          </ac:picMkLst>
        </pc:picChg>
        <pc:picChg chg="add mod">
          <ac:chgData name="" userId="313c450542439fb1" providerId="LiveId" clId="{ECFA3E4C-27FD-4737-B06B-C63793E1F2EC}" dt="2026-04-11T19:28:11.463" v="1188" actId="14100"/>
          <ac:picMkLst>
            <pc:docMk/>
            <pc:sldMk cId="824162790" sldId="257"/>
            <ac:picMk id="2060" creationId="{0CB91B4B-AD51-43F4-8A65-882BC8B266C7}"/>
          </ac:picMkLst>
        </pc:picChg>
      </pc:sldChg>
      <pc:sldChg chg="addSp delSp modSp">
        <pc:chgData name="" userId="313c450542439fb1" providerId="LiveId" clId="{ECFA3E4C-27FD-4737-B06B-C63793E1F2EC}" dt="2026-04-11T19:27:11.694" v="1180" actId="478"/>
        <pc:sldMkLst>
          <pc:docMk/>
          <pc:sldMk cId="4257974458" sldId="258"/>
        </pc:sldMkLst>
        <pc:picChg chg="add del">
          <ac:chgData name="" userId="313c450542439fb1" providerId="LiveId" clId="{ECFA3E4C-27FD-4737-B06B-C63793E1F2EC}" dt="2026-04-11T19:23:20.523" v="1166" actId="478"/>
          <ac:picMkLst>
            <pc:docMk/>
            <pc:sldMk cId="4257974458" sldId="258"/>
            <ac:picMk id="3074" creationId="{DF007558-471B-4C24-BF21-D9C01EEAE748}"/>
          </ac:picMkLst>
        </pc:picChg>
        <pc:picChg chg="add del mod">
          <ac:chgData name="" userId="313c450542439fb1" providerId="LiveId" clId="{ECFA3E4C-27FD-4737-B06B-C63793E1F2EC}" dt="2026-04-11T19:27:11.694" v="1180" actId="478"/>
          <ac:picMkLst>
            <pc:docMk/>
            <pc:sldMk cId="4257974458" sldId="258"/>
            <ac:picMk id="3076" creationId="{CC38D9F6-09F7-42A6-9EEF-E4632319AB9B}"/>
          </ac:picMkLst>
        </pc:picChg>
      </pc:sldChg>
      <pc:sldChg chg="modSp">
        <pc:chgData name="" userId="313c450542439fb1" providerId="LiveId" clId="{ECFA3E4C-27FD-4737-B06B-C63793E1F2EC}" dt="2026-04-11T18:08:22.953" v="993" actId="20577"/>
        <pc:sldMkLst>
          <pc:docMk/>
          <pc:sldMk cId="479383258" sldId="259"/>
        </pc:sldMkLst>
        <pc:spChg chg="mod">
          <ac:chgData name="" userId="313c450542439fb1" providerId="LiveId" clId="{ECFA3E4C-27FD-4737-B06B-C63793E1F2EC}" dt="2026-04-11T18:08:22.953" v="993" actId="20577"/>
          <ac:spMkLst>
            <pc:docMk/>
            <pc:sldMk cId="479383258" sldId="259"/>
            <ac:spMk id="2" creationId="{854DEDA8-72E1-48BE-9099-E1BAAFF2CD23}"/>
          </ac:spMkLst>
        </pc:spChg>
      </pc:sldChg>
      <pc:sldChg chg="addSp modSp">
        <pc:chgData name="" userId="313c450542439fb1" providerId="LiveId" clId="{ECFA3E4C-27FD-4737-B06B-C63793E1F2EC}" dt="2026-04-11T19:30:51.759" v="1200" actId="1076"/>
        <pc:sldMkLst>
          <pc:docMk/>
          <pc:sldMk cId="907849237" sldId="260"/>
        </pc:sldMkLst>
        <pc:picChg chg="add mod">
          <ac:chgData name="" userId="313c450542439fb1" providerId="LiveId" clId="{ECFA3E4C-27FD-4737-B06B-C63793E1F2EC}" dt="2026-04-11T19:30:51.759" v="1200" actId="1076"/>
          <ac:picMkLst>
            <pc:docMk/>
            <pc:sldMk cId="907849237" sldId="260"/>
            <ac:picMk id="7170" creationId="{3BF91FE0-77A8-465C-9C43-D09863FCB9E8}"/>
          </ac:picMkLst>
        </pc:picChg>
      </pc:sldChg>
      <pc:sldChg chg="addSp modSp">
        <pc:chgData name="" userId="313c450542439fb1" providerId="LiveId" clId="{ECFA3E4C-27FD-4737-B06B-C63793E1F2EC}" dt="2026-04-11T19:30:46.551" v="1199" actId="1076"/>
        <pc:sldMkLst>
          <pc:docMk/>
          <pc:sldMk cId="617902092" sldId="261"/>
        </pc:sldMkLst>
        <pc:picChg chg="add mod">
          <ac:chgData name="" userId="313c450542439fb1" providerId="LiveId" clId="{ECFA3E4C-27FD-4737-B06B-C63793E1F2EC}" dt="2026-04-11T19:30:46.551" v="1199" actId="1076"/>
          <ac:picMkLst>
            <pc:docMk/>
            <pc:sldMk cId="617902092" sldId="261"/>
            <ac:picMk id="8194" creationId="{9C5B1E16-37DD-4C68-8EE4-8B9C8798C23E}"/>
          </ac:picMkLst>
        </pc:picChg>
      </pc:sldChg>
      <pc:sldChg chg="addSp modSp add setBg">
        <pc:chgData name="" userId="313c450542439fb1" providerId="LiveId" clId="{ECFA3E4C-27FD-4737-B06B-C63793E1F2EC}" dt="2026-04-11T19:15:25.844" v="1131"/>
        <pc:sldMkLst>
          <pc:docMk/>
          <pc:sldMk cId="1459368290" sldId="262"/>
        </pc:sldMkLst>
        <pc:picChg chg="add mod">
          <ac:chgData name="" userId="313c450542439fb1" providerId="LiveId" clId="{ECFA3E4C-27FD-4737-B06B-C63793E1F2EC}" dt="2026-04-11T17:27:43.287" v="6" actId="14100"/>
          <ac:picMkLst>
            <pc:docMk/>
            <pc:sldMk cId="1459368290" sldId="262"/>
            <ac:picMk id="2" creationId="{181855B5-657E-410B-984F-87CE644F1AFF}"/>
          </ac:picMkLst>
        </pc:picChg>
      </pc:sldChg>
      <pc:sldChg chg="modSp add">
        <pc:chgData name="" userId="313c450542439fb1" providerId="LiveId" clId="{ECFA3E4C-27FD-4737-B06B-C63793E1F2EC}" dt="2026-04-11T19:23:33.836" v="1168" actId="20577"/>
        <pc:sldMkLst>
          <pc:docMk/>
          <pc:sldMk cId="2990834845" sldId="263"/>
        </pc:sldMkLst>
        <pc:spChg chg="mod">
          <ac:chgData name="" userId="313c450542439fb1" providerId="LiveId" clId="{ECFA3E4C-27FD-4737-B06B-C63793E1F2EC}" dt="2026-04-11T19:23:33.836" v="1168" actId="20577"/>
          <ac:spMkLst>
            <pc:docMk/>
            <pc:sldMk cId="2990834845" sldId="263"/>
            <ac:spMk id="2" creationId="{854DEDA8-72E1-48BE-9099-E1BAAFF2CD23}"/>
          </ac:spMkLst>
        </pc:spChg>
      </pc:sldChg>
      <pc:sldChg chg="addSp delSp modSp add ord delAnim modAnim">
        <pc:chgData name="" userId="313c450542439fb1" providerId="LiveId" clId="{ECFA3E4C-27FD-4737-B06B-C63793E1F2EC}" dt="2026-04-11T19:25:17.806" v="1174" actId="14100"/>
        <pc:sldMkLst>
          <pc:docMk/>
          <pc:sldMk cId="77716127" sldId="264"/>
        </pc:sldMkLst>
        <pc:spChg chg="mod">
          <ac:chgData name="" userId="313c450542439fb1" providerId="LiveId" clId="{ECFA3E4C-27FD-4737-B06B-C63793E1F2EC}" dt="2026-04-11T17:51:34.200" v="666" actId="1076"/>
          <ac:spMkLst>
            <pc:docMk/>
            <pc:sldMk cId="77716127" sldId="264"/>
            <ac:spMk id="2" creationId="{D3B60DF5-77B1-477A-AF4C-E7BF440DA4C3}"/>
          </ac:spMkLst>
        </pc:spChg>
        <pc:spChg chg="mod">
          <ac:chgData name="" userId="313c450542439fb1" providerId="LiveId" clId="{ECFA3E4C-27FD-4737-B06B-C63793E1F2EC}" dt="2026-04-11T17:51:41.772" v="667" actId="1076"/>
          <ac:spMkLst>
            <pc:docMk/>
            <pc:sldMk cId="77716127" sldId="264"/>
            <ac:spMk id="7" creationId="{AB1E8955-F0D9-4826-8C57-018124FE8884}"/>
          </ac:spMkLst>
        </pc:spChg>
        <pc:spChg chg="mod">
          <ac:chgData name="" userId="313c450542439fb1" providerId="LiveId" clId="{ECFA3E4C-27FD-4737-B06B-C63793E1F2EC}" dt="2026-04-11T17:51:45.767" v="668" actId="1076"/>
          <ac:spMkLst>
            <pc:docMk/>
            <pc:sldMk cId="77716127" sldId="264"/>
            <ac:spMk id="8" creationId="{C96826E2-1ABC-46AD-A903-CD035A5EDE22}"/>
          </ac:spMkLst>
        </pc:spChg>
        <pc:spChg chg="mod">
          <ac:chgData name="" userId="313c450542439fb1" providerId="LiveId" clId="{ECFA3E4C-27FD-4737-B06B-C63793E1F2EC}" dt="2026-04-11T17:52:00.529" v="671" actId="1076"/>
          <ac:spMkLst>
            <pc:docMk/>
            <pc:sldMk cId="77716127" sldId="264"/>
            <ac:spMk id="9" creationId="{CC31D079-3B75-4CA6-9144-7E6CD465C650}"/>
          </ac:spMkLst>
        </pc:spChg>
        <pc:spChg chg="del mod">
          <ac:chgData name="" userId="313c450542439fb1" providerId="LiveId" clId="{ECFA3E4C-27FD-4737-B06B-C63793E1F2EC}" dt="2026-04-11T17:51:51.502" v="670" actId="478"/>
          <ac:spMkLst>
            <pc:docMk/>
            <pc:sldMk cId="77716127" sldId="264"/>
            <ac:spMk id="10" creationId="{FAA4002D-5A60-4E60-9F8F-2116D73BD9AF}"/>
          </ac:spMkLst>
        </pc:spChg>
        <pc:spChg chg="del mod">
          <ac:chgData name="" userId="313c450542439fb1" providerId="LiveId" clId="{ECFA3E4C-27FD-4737-B06B-C63793E1F2EC}" dt="2026-04-11T17:43:34.787" v="270" actId="478"/>
          <ac:spMkLst>
            <pc:docMk/>
            <pc:sldMk cId="77716127" sldId="264"/>
            <ac:spMk id="11" creationId="{5A6F6980-48B8-4EDA-83AE-0559637EF380}"/>
          </ac:spMkLst>
        </pc:spChg>
        <pc:picChg chg="add del mod">
          <ac:chgData name="" userId="313c450542439fb1" providerId="LiveId" clId="{ECFA3E4C-27FD-4737-B06B-C63793E1F2EC}" dt="2026-04-11T17:54:52.335" v="678" actId="478"/>
          <ac:picMkLst>
            <pc:docMk/>
            <pc:sldMk cId="77716127" sldId="264"/>
            <ac:picMk id="4" creationId="{351F9ECD-0CCB-45E2-9614-1A2BF8E549DF}"/>
          </ac:picMkLst>
        </pc:picChg>
        <pc:picChg chg="add mod">
          <ac:chgData name="" userId="313c450542439fb1" providerId="LiveId" clId="{ECFA3E4C-27FD-4737-B06B-C63793E1F2EC}" dt="2026-04-11T19:25:17.806" v="1174" actId="14100"/>
          <ac:picMkLst>
            <pc:docMk/>
            <pc:sldMk cId="77716127" sldId="264"/>
            <ac:picMk id="5122" creationId="{709DE738-E3FD-468F-86D9-DBA71E09009B}"/>
          </ac:picMkLst>
        </pc:picChg>
      </pc:sldChg>
      <pc:sldChg chg="addSp delSp modSp add modAnim">
        <pc:chgData name="" userId="313c450542439fb1" providerId="LiveId" clId="{ECFA3E4C-27FD-4737-B06B-C63793E1F2EC}" dt="2026-04-12T05:32:02.832" v="1228" actId="1076"/>
        <pc:sldMkLst>
          <pc:docMk/>
          <pc:sldMk cId="1874048395" sldId="265"/>
        </pc:sldMkLst>
        <pc:spChg chg="add mod">
          <ac:chgData name="" userId="313c450542439fb1" providerId="LiveId" clId="{ECFA3E4C-27FD-4737-B06B-C63793E1F2EC}" dt="2026-04-11T17:57:20.778" v="722" actId="1076"/>
          <ac:spMkLst>
            <pc:docMk/>
            <pc:sldMk cId="1874048395" sldId="265"/>
            <ac:spMk id="3" creationId="{8D560C24-B484-4B88-9606-D8FBFCF98DD5}"/>
          </ac:spMkLst>
        </pc:spChg>
        <pc:spChg chg="add mod">
          <ac:chgData name="" userId="313c450542439fb1" providerId="LiveId" clId="{ECFA3E4C-27FD-4737-B06B-C63793E1F2EC}" dt="2026-04-11T17:57:45.422" v="731" actId="1076"/>
          <ac:spMkLst>
            <pc:docMk/>
            <pc:sldMk cId="1874048395" sldId="265"/>
            <ac:spMk id="4" creationId="{495B5F55-5EB7-488E-AE35-75FBF5180F9B}"/>
          </ac:spMkLst>
        </pc:spChg>
        <pc:spChg chg="add del">
          <ac:chgData name="" userId="313c450542439fb1" providerId="LiveId" clId="{ECFA3E4C-27FD-4737-B06B-C63793E1F2EC}" dt="2026-04-11T17:56:22.344" v="705" actId="478"/>
          <ac:spMkLst>
            <pc:docMk/>
            <pc:sldMk cId="1874048395" sldId="265"/>
            <ac:spMk id="5" creationId="{9150A9E9-2D41-403A-837B-79BB14B08806}"/>
          </ac:spMkLst>
        </pc:spChg>
        <pc:spChg chg="add mod">
          <ac:chgData name="" userId="313c450542439fb1" providerId="LiveId" clId="{ECFA3E4C-27FD-4737-B06B-C63793E1F2EC}" dt="2026-04-11T19:18:43.624" v="1143" actId="255"/>
          <ac:spMkLst>
            <pc:docMk/>
            <pc:sldMk cId="1874048395" sldId="265"/>
            <ac:spMk id="6" creationId="{8B631948-6660-4EA5-AB57-07F78F6E4D65}"/>
          </ac:spMkLst>
        </pc:spChg>
        <pc:spChg chg="add mod">
          <ac:chgData name="" userId="313c450542439fb1" providerId="LiveId" clId="{ECFA3E4C-27FD-4737-B06B-C63793E1F2EC}" dt="2026-04-11T17:57:26.805" v="726" actId="20577"/>
          <ac:spMkLst>
            <pc:docMk/>
            <pc:sldMk cId="1874048395" sldId="265"/>
            <ac:spMk id="9" creationId="{160BC55B-2929-4814-A6A0-744F66218DEE}"/>
          </ac:spMkLst>
        </pc:spChg>
        <pc:picChg chg="add mod">
          <ac:chgData name="" userId="313c450542439fb1" providerId="LiveId" clId="{ECFA3E4C-27FD-4737-B06B-C63793E1F2EC}" dt="2026-04-11T17:57:39.539" v="729" actId="1076"/>
          <ac:picMkLst>
            <pc:docMk/>
            <pc:sldMk cId="1874048395" sldId="265"/>
            <ac:picMk id="2" creationId="{89CAA5DD-2F7D-44F1-ADE6-73E0FA93B82A}"/>
          </ac:picMkLst>
        </pc:picChg>
        <pc:picChg chg="add mod">
          <ac:chgData name="" userId="313c450542439fb1" providerId="LiveId" clId="{ECFA3E4C-27FD-4737-B06B-C63793E1F2EC}" dt="2026-04-12T05:32:02.832" v="1228" actId="1076"/>
          <ac:picMkLst>
            <pc:docMk/>
            <pc:sldMk cId="1874048395" sldId="265"/>
            <ac:picMk id="8" creationId="{08273009-BEC5-49F2-8529-0C73C248E635}"/>
          </ac:picMkLst>
        </pc:picChg>
      </pc:sldChg>
      <pc:sldChg chg="addSp delSp modSp add ord">
        <pc:chgData name="" userId="313c450542439fb1" providerId="LiveId" clId="{ECFA3E4C-27FD-4737-B06B-C63793E1F2EC}" dt="2026-04-11T19:24:20.239" v="1170" actId="478"/>
        <pc:sldMkLst>
          <pc:docMk/>
          <pc:sldMk cId="593848727" sldId="266"/>
        </pc:sldMkLst>
        <pc:spChg chg="mod">
          <ac:chgData name="" userId="313c450542439fb1" providerId="LiveId" clId="{ECFA3E4C-27FD-4737-B06B-C63793E1F2EC}" dt="2026-04-11T17:59:41.420" v="742" actId="20577"/>
          <ac:spMkLst>
            <pc:docMk/>
            <pc:sldMk cId="593848727" sldId="266"/>
            <ac:spMk id="2" creationId="{03ED91C8-FC07-4CCB-A4E6-85C88C56F096}"/>
          </ac:spMkLst>
        </pc:spChg>
        <pc:spChg chg="mod">
          <ac:chgData name="" userId="313c450542439fb1" providerId="LiveId" clId="{ECFA3E4C-27FD-4737-B06B-C63793E1F2EC}" dt="2026-04-11T18:05:43.082" v="989" actId="20577"/>
          <ac:spMkLst>
            <pc:docMk/>
            <pc:sldMk cId="593848727" sldId="266"/>
            <ac:spMk id="3" creationId="{EA7783D6-C831-4053-ADC8-4E7FB8E272A5}"/>
          </ac:spMkLst>
        </pc:spChg>
        <pc:picChg chg="add del">
          <ac:chgData name="" userId="313c450542439fb1" providerId="LiveId" clId="{ECFA3E4C-27FD-4737-B06B-C63793E1F2EC}" dt="2026-04-11T19:24:20.239" v="1170" actId="478"/>
          <ac:picMkLst>
            <pc:docMk/>
            <pc:sldMk cId="593848727" sldId="266"/>
            <ac:picMk id="4098" creationId="{B5E97AA2-20DA-4A02-85EE-6EB3EAA5BEEE}"/>
          </ac:picMkLst>
        </pc:picChg>
      </pc:sldChg>
      <pc:sldChg chg="addSp modSp add">
        <pc:chgData name="" userId="313c450542439fb1" providerId="LiveId" clId="{ECFA3E4C-27FD-4737-B06B-C63793E1F2EC}" dt="2026-04-11T18:04:30.475" v="973" actId="1076"/>
        <pc:sldMkLst>
          <pc:docMk/>
          <pc:sldMk cId="1839908560" sldId="267"/>
        </pc:sldMkLst>
        <pc:spChg chg="mod">
          <ac:chgData name="" userId="313c450542439fb1" providerId="LiveId" clId="{ECFA3E4C-27FD-4737-B06B-C63793E1F2EC}" dt="2026-04-11T18:02:36.176" v="938" actId="20577"/>
          <ac:spMkLst>
            <pc:docMk/>
            <pc:sldMk cId="1839908560" sldId="267"/>
            <ac:spMk id="2" creationId="{03ED91C8-FC07-4CCB-A4E6-85C88C56F096}"/>
          </ac:spMkLst>
        </pc:spChg>
        <pc:spChg chg="mod">
          <ac:chgData name="" userId="313c450542439fb1" providerId="LiveId" clId="{ECFA3E4C-27FD-4737-B06B-C63793E1F2EC}" dt="2026-04-11T18:04:01.139" v="971" actId="20577"/>
          <ac:spMkLst>
            <pc:docMk/>
            <pc:sldMk cId="1839908560" sldId="267"/>
            <ac:spMk id="3" creationId="{EA7783D6-C831-4053-ADC8-4E7FB8E272A5}"/>
          </ac:spMkLst>
        </pc:spChg>
        <pc:spChg chg="add mod">
          <ac:chgData name="" userId="313c450542439fb1" providerId="LiveId" clId="{ECFA3E4C-27FD-4737-B06B-C63793E1F2EC}" dt="2026-04-11T18:03:48.917" v="939" actId="1076"/>
          <ac:spMkLst>
            <pc:docMk/>
            <pc:sldMk cId="1839908560" sldId="267"/>
            <ac:spMk id="4" creationId="{BC3A9330-6E30-4227-9620-C1E32B2DA162}"/>
          </ac:spMkLst>
        </pc:spChg>
        <pc:spChg chg="add mod">
          <ac:chgData name="" userId="313c450542439fb1" providerId="LiveId" clId="{ECFA3E4C-27FD-4737-B06B-C63793E1F2EC}" dt="2026-04-11T18:04:30.475" v="973" actId="1076"/>
          <ac:spMkLst>
            <pc:docMk/>
            <pc:sldMk cId="1839908560" sldId="267"/>
            <ac:spMk id="5" creationId="{86933F6C-C27F-4A63-BBF3-94A80D6D44EC}"/>
          </ac:spMkLst>
        </pc:spChg>
      </pc:sldChg>
      <pc:sldChg chg="delSp modSp add del ord modTransition modAnim">
        <pc:chgData name="" userId="313c450542439fb1" providerId="LiveId" clId="{ECFA3E4C-27FD-4737-B06B-C63793E1F2EC}" dt="2026-04-11T18:20:40.501" v="1094" actId="2696"/>
        <pc:sldMkLst>
          <pc:docMk/>
          <pc:sldMk cId="1989803673" sldId="268"/>
        </pc:sldMkLst>
        <pc:spChg chg="mod">
          <ac:chgData name="" userId="313c450542439fb1" providerId="LiveId" clId="{ECFA3E4C-27FD-4737-B06B-C63793E1F2EC}" dt="2026-04-11T18:15:44.230" v="1037" actId="1076"/>
          <ac:spMkLst>
            <pc:docMk/>
            <pc:sldMk cId="1989803673" sldId="268"/>
            <ac:spMk id="2" creationId="{D3B60DF5-77B1-477A-AF4C-E7BF440DA4C3}"/>
          </ac:spMkLst>
        </pc:spChg>
        <pc:spChg chg="mod">
          <ac:chgData name="" userId="313c450542439fb1" providerId="LiveId" clId="{ECFA3E4C-27FD-4737-B06B-C63793E1F2EC}" dt="2026-04-11T18:15:29.062" v="1033" actId="1076"/>
          <ac:spMkLst>
            <pc:docMk/>
            <pc:sldMk cId="1989803673" sldId="268"/>
            <ac:spMk id="7" creationId="{AB1E8955-F0D9-4826-8C57-018124FE8884}"/>
          </ac:spMkLst>
        </pc:spChg>
        <pc:spChg chg="mod">
          <ac:chgData name="" userId="313c450542439fb1" providerId="LiveId" clId="{ECFA3E4C-27FD-4737-B06B-C63793E1F2EC}" dt="2026-04-11T18:15:39.124" v="1036" actId="1076"/>
          <ac:spMkLst>
            <pc:docMk/>
            <pc:sldMk cId="1989803673" sldId="268"/>
            <ac:spMk id="8" creationId="{C96826E2-1ABC-46AD-A903-CD035A5EDE22}"/>
          </ac:spMkLst>
        </pc:spChg>
        <pc:spChg chg="mod">
          <ac:chgData name="" userId="313c450542439fb1" providerId="LiveId" clId="{ECFA3E4C-27FD-4737-B06B-C63793E1F2EC}" dt="2026-04-11T18:15:50.583" v="1039" actId="1076"/>
          <ac:spMkLst>
            <pc:docMk/>
            <pc:sldMk cId="1989803673" sldId="268"/>
            <ac:spMk id="9" creationId="{CC31D079-3B75-4CA6-9144-7E6CD465C650}"/>
          </ac:spMkLst>
        </pc:spChg>
        <pc:spChg chg="del">
          <ac:chgData name="" userId="313c450542439fb1" providerId="LiveId" clId="{ECFA3E4C-27FD-4737-B06B-C63793E1F2EC}" dt="2026-04-11T18:15:25.892" v="1032" actId="478"/>
          <ac:spMkLst>
            <pc:docMk/>
            <pc:sldMk cId="1989803673" sldId="268"/>
            <ac:spMk id="10" creationId="{FAA4002D-5A60-4E60-9F8F-2116D73BD9AF}"/>
          </ac:spMkLst>
        </pc:spChg>
        <pc:spChg chg="mod">
          <ac:chgData name="" userId="313c450542439fb1" providerId="LiveId" clId="{ECFA3E4C-27FD-4737-B06B-C63793E1F2EC}" dt="2026-04-11T18:15:47.372" v="1038" actId="1076"/>
          <ac:spMkLst>
            <pc:docMk/>
            <pc:sldMk cId="1989803673" sldId="268"/>
            <ac:spMk id="11" creationId="{5A6F6980-48B8-4EDA-83AE-0559637EF380}"/>
          </ac:spMkLst>
        </pc:spChg>
      </pc:sldChg>
      <pc:sldChg chg="addSp delSp modSp add ord modTransition modAnim">
        <pc:chgData name="" userId="313c450542439fb1" providerId="LiveId" clId="{ECFA3E4C-27FD-4737-B06B-C63793E1F2EC}" dt="2026-04-12T05:31:12.986" v="1225" actId="1076"/>
        <pc:sldMkLst>
          <pc:docMk/>
          <pc:sldMk cId="1897333411" sldId="269"/>
        </pc:sldMkLst>
        <pc:spChg chg="mod">
          <ac:chgData name="" userId="313c450542439fb1" providerId="LiveId" clId="{ECFA3E4C-27FD-4737-B06B-C63793E1F2EC}" dt="2026-04-12T05:30:30.548" v="1216" actId="1076"/>
          <ac:spMkLst>
            <pc:docMk/>
            <pc:sldMk cId="1897333411" sldId="269"/>
            <ac:spMk id="2" creationId="{D3B60DF5-77B1-477A-AF4C-E7BF440DA4C3}"/>
          </ac:spMkLst>
        </pc:spChg>
        <pc:spChg chg="add del mod">
          <ac:chgData name="" userId="313c450542439fb1" providerId="LiveId" clId="{ECFA3E4C-27FD-4737-B06B-C63793E1F2EC}" dt="2026-04-11T18:18:04.927" v="1077" actId="478"/>
          <ac:spMkLst>
            <pc:docMk/>
            <pc:sldMk cId="1897333411" sldId="269"/>
            <ac:spMk id="5" creationId="{3B9DC224-8576-4F9E-8793-F1214B907A53}"/>
          </ac:spMkLst>
        </pc:spChg>
        <pc:spChg chg="add mod">
          <ac:chgData name="" userId="313c450542439fb1" providerId="LiveId" clId="{ECFA3E4C-27FD-4737-B06B-C63793E1F2EC}" dt="2026-04-12T05:30:51.909" v="1221" actId="1076"/>
          <ac:spMkLst>
            <pc:docMk/>
            <pc:sldMk cId="1897333411" sldId="269"/>
            <ac:spMk id="6" creationId="{40A0D026-C7F7-4946-8EA1-290B9F499FB0}"/>
          </ac:spMkLst>
        </pc:spChg>
        <pc:spChg chg="mod">
          <ac:chgData name="" userId="313c450542439fb1" providerId="LiveId" clId="{ECFA3E4C-27FD-4737-B06B-C63793E1F2EC}" dt="2026-04-12T05:30:39.726" v="1218" actId="1076"/>
          <ac:spMkLst>
            <pc:docMk/>
            <pc:sldMk cId="1897333411" sldId="269"/>
            <ac:spMk id="7" creationId="{AB1E8955-F0D9-4826-8C57-018124FE8884}"/>
          </ac:spMkLst>
        </pc:spChg>
        <pc:spChg chg="mod">
          <ac:chgData name="" userId="313c450542439fb1" providerId="LiveId" clId="{ECFA3E4C-27FD-4737-B06B-C63793E1F2EC}" dt="2026-04-12T05:30:44.352" v="1219" actId="1076"/>
          <ac:spMkLst>
            <pc:docMk/>
            <pc:sldMk cId="1897333411" sldId="269"/>
            <ac:spMk id="8" creationId="{C96826E2-1ABC-46AD-A903-CD035A5EDE22}"/>
          </ac:spMkLst>
        </pc:spChg>
        <pc:spChg chg="mod">
          <ac:chgData name="" userId="313c450542439fb1" providerId="LiveId" clId="{ECFA3E4C-27FD-4737-B06B-C63793E1F2EC}" dt="2026-04-12T05:31:12.986" v="1225" actId="1076"/>
          <ac:spMkLst>
            <pc:docMk/>
            <pc:sldMk cId="1897333411" sldId="269"/>
            <ac:spMk id="9" creationId="{CC31D079-3B75-4CA6-9144-7E6CD465C650}"/>
          </ac:spMkLst>
        </pc:spChg>
        <pc:spChg chg="mod">
          <ac:chgData name="" userId="313c450542439fb1" providerId="LiveId" clId="{ECFA3E4C-27FD-4737-B06B-C63793E1F2EC}" dt="2026-04-12T05:30:56.445" v="1222" actId="1076"/>
          <ac:spMkLst>
            <pc:docMk/>
            <pc:sldMk cId="1897333411" sldId="269"/>
            <ac:spMk id="11" creationId="{5A6F6980-48B8-4EDA-83AE-0559637EF380}"/>
          </ac:spMkLst>
        </pc:spChg>
        <pc:picChg chg="add mod">
          <ac:chgData name="" userId="313c450542439fb1" providerId="LiveId" clId="{ECFA3E4C-27FD-4737-B06B-C63793E1F2EC}" dt="2026-04-11T19:27:54.160" v="1185" actId="14100"/>
          <ac:picMkLst>
            <pc:docMk/>
            <pc:sldMk cId="1897333411" sldId="269"/>
            <ac:picMk id="1026" creationId="{DCA01EAA-8062-4C35-90F8-FD19FEE4A5D0}"/>
          </ac:picMkLst>
        </pc:picChg>
        <pc:cxnChg chg="add mod">
          <ac:chgData name="" userId="313c450542439fb1" providerId="LiveId" clId="{ECFA3E4C-27FD-4737-B06B-C63793E1F2EC}" dt="2026-04-12T05:30:34.823" v="1217" actId="1076"/>
          <ac:cxnSpMkLst>
            <pc:docMk/>
            <pc:sldMk cId="1897333411" sldId="269"/>
            <ac:cxnSpMk id="4" creationId="{C268B1CC-D54B-4BAB-B7C2-545B8BC1A13E}"/>
          </ac:cxnSpMkLst>
        </pc:cxnChg>
        <pc:cxnChg chg="add mod">
          <ac:chgData name="" userId="313c450542439fb1" providerId="LiveId" clId="{ECFA3E4C-27FD-4737-B06B-C63793E1F2EC}" dt="2026-04-12T05:30:59.281" v="1223" actId="1076"/>
          <ac:cxnSpMkLst>
            <pc:docMk/>
            <pc:sldMk cId="1897333411" sldId="269"/>
            <ac:cxnSpMk id="10" creationId="{55DD4D16-F590-423B-B793-DF02F625B8B9}"/>
          </ac:cxnSpMkLst>
        </pc:cxnChg>
        <pc:cxnChg chg="add mod">
          <ac:chgData name="" userId="313c450542439fb1" providerId="LiveId" clId="{ECFA3E4C-27FD-4737-B06B-C63793E1F2EC}" dt="2026-04-12T05:31:01.561" v="1224" actId="1076"/>
          <ac:cxnSpMkLst>
            <pc:docMk/>
            <pc:sldMk cId="1897333411" sldId="269"/>
            <ac:cxnSpMk id="12" creationId="{4DC9F98B-165D-49D2-B21A-27FE4435D9DD}"/>
          </ac:cxnSpMkLst>
        </pc:cxnChg>
      </pc:sldChg>
      <pc:sldChg chg="addSp delSp modSp add ord modAnim">
        <pc:chgData name="" userId="313c450542439fb1" providerId="LiveId" clId="{ECFA3E4C-27FD-4737-B06B-C63793E1F2EC}" dt="2026-04-12T05:35:01.502" v="1279" actId="1076"/>
        <pc:sldMkLst>
          <pc:docMk/>
          <pc:sldMk cId="1198137325" sldId="270"/>
        </pc:sldMkLst>
        <pc:spChg chg="mod">
          <ac:chgData name="" userId="313c450542439fb1" providerId="LiveId" clId="{ECFA3E4C-27FD-4737-B06B-C63793E1F2EC}" dt="2026-04-12T05:33:28.235" v="1267" actId="20577"/>
          <ac:spMkLst>
            <pc:docMk/>
            <pc:sldMk cId="1198137325" sldId="270"/>
            <ac:spMk id="11" creationId="{5A6F6980-48B8-4EDA-83AE-0559637EF380}"/>
          </ac:spMkLst>
        </pc:spChg>
        <pc:picChg chg="add mod">
          <ac:chgData name="" userId="313c450542439fb1" providerId="LiveId" clId="{ECFA3E4C-27FD-4737-B06B-C63793E1F2EC}" dt="2026-04-12T05:35:01.502" v="1279" actId="1076"/>
          <ac:picMkLst>
            <pc:docMk/>
            <pc:sldMk cId="1198137325" sldId="270"/>
            <ac:picMk id="3" creationId="{81ED22A5-E911-48B8-976F-6AF5CB82890E}"/>
          </ac:picMkLst>
        </pc:picChg>
        <pc:picChg chg="del">
          <ac:chgData name="" userId="313c450542439fb1" providerId="LiveId" clId="{ECFA3E4C-27FD-4737-B06B-C63793E1F2EC}" dt="2026-04-12T05:34:00.909" v="1276" actId="478"/>
          <ac:picMkLst>
            <pc:docMk/>
            <pc:sldMk cId="1198137325" sldId="270"/>
            <ac:picMk id="1026" creationId="{DCA01EAA-8062-4C35-90F8-FD19FEE4A5D0}"/>
          </ac:picMkLst>
        </pc:picChg>
        <pc:cxnChg chg="mod">
          <ac:chgData name="" userId="313c450542439fb1" providerId="LiveId" clId="{ECFA3E4C-27FD-4737-B06B-C63793E1F2EC}" dt="2026-04-12T05:33:43.945" v="1272" actId="1076"/>
          <ac:cxnSpMkLst>
            <pc:docMk/>
            <pc:sldMk cId="1198137325" sldId="270"/>
            <ac:cxnSpMk id="12" creationId="{4DC9F98B-165D-49D2-B21A-27FE4435D9DD}"/>
          </ac:cxnSpMkLst>
        </pc:cxnChg>
      </pc:sldChg>
      <pc:sldChg chg="addSp modSp add del ord modAnim">
        <pc:chgData name="" userId="313c450542439fb1" providerId="LiveId" clId="{ECFA3E4C-27FD-4737-B06B-C63793E1F2EC}" dt="2026-04-12T05:33:09.472" v="1229" actId="2696"/>
        <pc:sldMkLst>
          <pc:docMk/>
          <pc:sldMk cId="1598277603" sldId="270"/>
        </pc:sldMkLst>
        <pc:spChg chg="mod">
          <ac:chgData name="" userId="313c450542439fb1" providerId="LiveId" clId="{ECFA3E4C-27FD-4737-B06B-C63793E1F2EC}" dt="2026-04-11T18:20:58.779" v="1099" actId="20577"/>
          <ac:spMkLst>
            <pc:docMk/>
            <pc:sldMk cId="1598277603" sldId="270"/>
            <ac:spMk id="2" creationId="{D3B60DF5-77B1-477A-AF4C-E7BF440DA4C3}"/>
          </ac:spMkLst>
        </pc:spChg>
        <pc:spChg chg="mod">
          <ac:chgData name="" userId="313c450542439fb1" providerId="LiveId" clId="{ECFA3E4C-27FD-4737-B06B-C63793E1F2EC}" dt="2026-04-11T18:21:05.070" v="1118" actId="20577"/>
          <ac:spMkLst>
            <pc:docMk/>
            <pc:sldMk cId="1598277603" sldId="270"/>
            <ac:spMk id="11" creationId="{5A6F6980-48B8-4EDA-83AE-0559637EF380}"/>
          </ac:spMkLst>
        </pc:spChg>
        <pc:picChg chg="add mod">
          <ac:chgData name="" userId="313c450542439fb1" providerId="LiveId" clId="{ECFA3E4C-27FD-4737-B06B-C63793E1F2EC}" dt="2026-04-11T19:28:00.466" v="1187" actId="1076"/>
          <ac:picMkLst>
            <pc:docMk/>
            <pc:sldMk cId="1598277603" sldId="270"/>
            <ac:picMk id="6146" creationId="{5E810F26-F5C4-4619-A9B0-47C898A9C9F5}"/>
          </ac:picMkLst>
        </pc:picChg>
      </pc:sldChg>
      <pc:sldMasterChg chg="setBg modSldLayout">
        <pc:chgData name="" userId="313c450542439fb1" providerId="LiveId" clId="{ECFA3E4C-27FD-4737-B06B-C63793E1F2EC}" dt="2026-04-11T19:15:25.844" v="1131"/>
        <pc:sldMasterMkLst>
          <pc:docMk/>
          <pc:sldMasterMk cId="3989340115" sldId="2147483648"/>
        </pc:sldMasterMkLst>
        <pc:sldLayoutChg chg="setBg">
          <pc:chgData name="" userId="313c450542439fb1" providerId="LiveId" clId="{ECFA3E4C-27FD-4737-B06B-C63793E1F2EC}" dt="2026-04-11T19:15:25.844" v="1131"/>
          <pc:sldLayoutMkLst>
            <pc:docMk/>
            <pc:sldMasterMk cId="3989340115" sldId="2147483648"/>
            <pc:sldLayoutMk cId="3637281755" sldId="2147483649"/>
          </pc:sldLayoutMkLst>
        </pc:sldLayoutChg>
        <pc:sldLayoutChg chg="setBg">
          <pc:chgData name="" userId="313c450542439fb1" providerId="LiveId" clId="{ECFA3E4C-27FD-4737-B06B-C63793E1F2EC}" dt="2026-04-11T19:15:25.844" v="1131"/>
          <pc:sldLayoutMkLst>
            <pc:docMk/>
            <pc:sldMasterMk cId="3989340115" sldId="2147483648"/>
            <pc:sldLayoutMk cId="3269571545" sldId="2147483650"/>
          </pc:sldLayoutMkLst>
        </pc:sldLayoutChg>
        <pc:sldLayoutChg chg="setBg">
          <pc:chgData name="" userId="313c450542439fb1" providerId="LiveId" clId="{ECFA3E4C-27FD-4737-B06B-C63793E1F2EC}" dt="2026-04-11T19:15:25.844" v="1131"/>
          <pc:sldLayoutMkLst>
            <pc:docMk/>
            <pc:sldMasterMk cId="3989340115" sldId="2147483648"/>
            <pc:sldLayoutMk cId="4096256229" sldId="2147483651"/>
          </pc:sldLayoutMkLst>
        </pc:sldLayoutChg>
        <pc:sldLayoutChg chg="setBg">
          <pc:chgData name="" userId="313c450542439fb1" providerId="LiveId" clId="{ECFA3E4C-27FD-4737-B06B-C63793E1F2EC}" dt="2026-04-11T19:15:25.844" v="1131"/>
          <pc:sldLayoutMkLst>
            <pc:docMk/>
            <pc:sldMasterMk cId="3989340115" sldId="2147483648"/>
            <pc:sldLayoutMk cId="3168281695" sldId="2147483652"/>
          </pc:sldLayoutMkLst>
        </pc:sldLayoutChg>
        <pc:sldLayoutChg chg="setBg">
          <pc:chgData name="" userId="313c450542439fb1" providerId="LiveId" clId="{ECFA3E4C-27FD-4737-B06B-C63793E1F2EC}" dt="2026-04-11T19:15:25.844" v="1131"/>
          <pc:sldLayoutMkLst>
            <pc:docMk/>
            <pc:sldMasterMk cId="3989340115" sldId="2147483648"/>
            <pc:sldLayoutMk cId="3118661408" sldId="2147483653"/>
          </pc:sldLayoutMkLst>
        </pc:sldLayoutChg>
        <pc:sldLayoutChg chg="setBg">
          <pc:chgData name="" userId="313c450542439fb1" providerId="LiveId" clId="{ECFA3E4C-27FD-4737-B06B-C63793E1F2EC}" dt="2026-04-11T19:15:25.844" v="1131"/>
          <pc:sldLayoutMkLst>
            <pc:docMk/>
            <pc:sldMasterMk cId="3989340115" sldId="2147483648"/>
            <pc:sldLayoutMk cId="3115271062" sldId="2147483654"/>
          </pc:sldLayoutMkLst>
        </pc:sldLayoutChg>
        <pc:sldLayoutChg chg="setBg">
          <pc:chgData name="" userId="313c450542439fb1" providerId="LiveId" clId="{ECFA3E4C-27FD-4737-B06B-C63793E1F2EC}" dt="2026-04-11T19:15:25.844" v="1131"/>
          <pc:sldLayoutMkLst>
            <pc:docMk/>
            <pc:sldMasterMk cId="3989340115" sldId="2147483648"/>
            <pc:sldLayoutMk cId="3774348476" sldId="2147483655"/>
          </pc:sldLayoutMkLst>
        </pc:sldLayoutChg>
        <pc:sldLayoutChg chg="setBg">
          <pc:chgData name="" userId="313c450542439fb1" providerId="LiveId" clId="{ECFA3E4C-27FD-4737-B06B-C63793E1F2EC}" dt="2026-04-11T19:15:25.844" v="1131"/>
          <pc:sldLayoutMkLst>
            <pc:docMk/>
            <pc:sldMasterMk cId="3989340115" sldId="2147483648"/>
            <pc:sldLayoutMk cId="496928002" sldId="2147483656"/>
          </pc:sldLayoutMkLst>
        </pc:sldLayoutChg>
        <pc:sldLayoutChg chg="setBg">
          <pc:chgData name="" userId="313c450542439fb1" providerId="LiveId" clId="{ECFA3E4C-27FD-4737-B06B-C63793E1F2EC}" dt="2026-04-11T19:15:25.844" v="1131"/>
          <pc:sldLayoutMkLst>
            <pc:docMk/>
            <pc:sldMasterMk cId="3989340115" sldId="2147483648"/>
            <pc:sldLayoutMk cId="4073267537" sldId="2147483657"/>
          </pc:sldLayoutMkLst>
        </pc:sldLayoutChg>
        <pc:sldLayoutChg chg="setBg">
          <pc:chgData name="" userId="313c450542439fb1" providerId="LiveId" clId="{ECFA3E4C-27FD-4737-B06B-C63793E1F2EC}" dt="2026-04-11T19:15:25.844" v="1131"/>
          <pc:sldLayoutMkLst>
            <pc:docMk/>
            <pc:sldMasterMk cId="3989340115" sldId="2147483648"/>
            <pc:sldLayoutMk cId="1918824196" sldId="2147483658"/>
          </pc:sldLayoutMkLst>
        </pc:sldLayoutChg>
        <pc:sldLayoutChg chg="setBg">
          <pc:chgData name="" userId="313c450542439fb1" providerId="LiveId" clId="{ECFA3E4C-27FD-4737-B06B-C63793E1F2EC}" dt="2026-04-11T19:15:25.844" v="1131"/>
          <pc:sldLayoutMkLst>
            <pc:docMk/>
            <pc:sldMasterMk cId="3989340115" sldId="2147483648"/>
            <pc:sldLayoutMk cId="762963603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C6D1B2-34D6-4B8F-9F4D-A5B03A9D96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5360079-9873-4A2C-9496-95FA342AA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05FEB0-849C-4083-90A7-4A8D12152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8AD8-0E30-48B0-BC63-E2DE2C813C66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E41FCF-827A-4BB9-A9BE-284AA2600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EF48A9-7E6C-4ED2-99E4-D9B562D44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14A2F-2CF3-4EEE-8F69-14B1AB7C0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281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2FE482-BA35-456A-8587-269159CCA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E2E9F4-506F-4666-8099-DE5BCD0EE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D7CD23-E77E-40EA-8B10-0ED5758EA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8AD8-0E30-48B0-BC63-E2DE2C813C66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94E5BB-9AD0-4EA3-A468-24C0AB4FE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6F2795-007A-4267-A264-4B6595DE3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14A2F-2CF3-4EEE-8F69-14B1AB7C0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9571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B871BC-7410-4C5F-8951-BA4DE9111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8AE640A-E560-4F17-80C3-AB0357AF6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5AAA2C-557D-417B-A869-615AC2C1D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8AD8-0E30-48B0-BC63-E2DE2C813C66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918E9C-71AD-4A02-97C1-F4D7C50E1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099462-7BE5-4C7F-BF09-86B488C1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14A2F-2CF3-4EEE-8F69-14B1AB7C0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6256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D85F95-3CD1-4DBD-91C7-095374B79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B4B2C6-21FA-4090-B12B-FF66250B9C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25A9BA-E914-4174-B980-D1561B737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C67A31-F2BE-426B-8F97-B8AC12E28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8AD8-0E30-48B0-BC63-E2DE2C813C66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EC1FE8E-490E-4542-B9DE-49677C94A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02C0A5-46A2-4409-8168-4870CDA63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14A2F-2CF3-4EEE-8F69-14B1AB7C0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281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0B5B74-D3A4-452A-AD97-E5138767C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CBA0D8-9F50-45D0-8161-85D9DB4E9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20E6C49-32D7-4677-9929-9EAE41206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37CA3EF-D02E-49EA-979D-BBA017D5A2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8464C69-9852-4422-8AD0-E5C59F86D6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7A77D85-32E6-48D3-B360-10EF4EAFB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8AD8-0E30-48B0-BC63-E2DE2C813C66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9A993D5-0841-4425-AE96-94F582269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C7A67F5-FF63-4564-B5AE-B70063997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14A2F-2CF3-4EEE-8F69-14B1AB7C0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866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737A38-8844-4B65-A976-DA9F205FE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0D77702-0E99-488C-A24D-633E2DAC6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8AD8-0E30-48B0-BC63-E2DE2C813C66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1F068A0-4C97-4563-82F5-C5CE1695A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63130E-181A-498A-961E-395BED22F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14A2F-2CF3-4EEE-8F69-14B1AB7C0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5271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CFDE352-EA8A-47CF-A9B3-BD175B961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8AD8-0E30-48B0-BC63-E2DE2C813C66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26802C1-079E-40FB-8848-4199800CB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6F095B-97C5-461B-B8CF-8F03F502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14A2F-2CF3-4EEE-8F69-14B1AB7C0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4348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F8FBF7-9A16-4386-9ACC-741B6583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F2A1D3-DC45-483C-A488-CB6EA64B2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3B563B-30D1-4AC4-8781-1FE813E0A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A5A1E4-D402-442F-8181-C0775850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8AD8-0E30-48B0-BC63-E2DE2C813C66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E418FDC-6B5E-46FF-8795-37C730E55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A86BCA-2622-47E2-AA73-AB10BA4E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14A2F-2CF3-4EEE-8F69-14B1AB7C0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928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767534-FCA3-45D8-885D-09277F925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7156B17-CDBF-4F8E-8E0B-8194D3F07C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46749FF-A60F-444B-BE91-2EF48D132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E1CF87-CE07-4AFC-9BC3-7C2A66C0B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8AD8-0E30-48B0-BC63-E2DE2C813C66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26EB80-6784-4463-964C-305F0526B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BFC1D5-6DDB-4A2C-9F4A-E8FBB70EC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14A2F-2CF3-4EEE-8F69-14B1AB7C0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267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3E528E-20E8-49F2-8F18-CDC3E98F6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6AD833-6920-4363-980D-3AA4F835D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2DCD78-8E1D-492D-B5DE-3504DDFB1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8AD8-0E30-48B0-BC63-E2DE2C813C66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06B314-8887-42A5-829A-551857F2C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37F714-34A3-4A96-BBFF-B22C83369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14A2F-2CF3-4EEE-8F69-14B1AB7C0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8824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17C9D03-70B0-42F0-9D9D-E0D224B8A4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2031961-0B62-41A0-9F40-5BF2CF3D2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647468-815E-43B2-A66E-D8D591083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8AD8-0E30-48B0-BC63-E2DE2C813C66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DF1DDF-0704-4657-88F3-34790AECC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64822D-3879-47ED-BA51-89946452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14A2F-2CF3-4EEE-8F69-14B1AB7C0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2963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71C796-E39B-4AEF-B1B9-C670F1194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C39C68-C573-4692-991C-7B8C98444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A2707D-08E0-4B1A-988C-8ABCDFCC1B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F18AD8-0E30-48B0-BC63-E2DE2C813C66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385C06-D552-46B4-B05D-CBD29E4707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E585FC-3A15-4319-80CC-8B95607F93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14A2F-2CF3-4EEE-8F69-14B1AB7C0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9340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fliktop.ru/vlkv2812/playlist/cards/sootvetstviya/fe7a525a-b5a9-46bf-bcb9-e602f90a4656/?open=true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hyperlink" Target="https://fliktop.ru/vlkv2812/playlist/cards/sortirovka-po-gruppam/4f6bc428-868a-4b2b-857d-16151cd06acd/?open=true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B60DF5-77B1-477A-AF4C-E7BF440DA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3504" y="1195168"/>
            <a:ext cx="8984975" cy="4467664"/>
          </a:xfrm>
        </p:spPr>
        <p:txBody>
          <a:bodyPr>
            <a:noAutofit/>
          </a:bodyPr>
          <a:lstStyle/>
          <a:p>
            <a: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Кот</a:t>
            </a:r>
            <a:b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Бежать</a:t>
            </a:r>
            <a:b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Красивый</a:t>
            </a:r>
            <a:b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Пять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B1E8955-F0D9-4826-8C57-018124FE8884}"/>
              </a:ext>
            </a:extLst>
          </p:cNvPr>
          <p:cNvSpPr/>
          <p:nvPr/>
        </p:nvSpPr>
        <p:spPr>
          <a:xfrm>
            <a:off x="4250746" y="913734"/>
            <a:ext cx="3690494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Имя существительное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96826E2-1ABC-46AD-A903-CD035A5EDE22}"/>
              </a:ext>
            </a:extLst>
          </p:cNvPr>
          <p:cNvSpPr/>
          <p:nvPr/>
        </p:nvSpPr>
        <p:spPr>
          <a:xfrm>
            <a:off x="4250746" y="2242466"/>
            <a:ext cx="3690494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Глагол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C31D079-3B75-4CA6-9144-7E6CD465C650}"/>
              </a:ext>
            </a:extLst>
          </p:cNvPr>
          <p:cNvSpPr/>
          <p:nvPr/>
        </p:nvSpPr>
        <p:spPr>
          <a:xfrm>
            <a:off x="4250742" y="3352694"/>
            <a:ext cx="3690494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Имя прилагательное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A6F6980-48B8-4EDA-83AE-0559637EF380}"/>
              </a:ext>
            </a:extLst>
          </p:cNvPr>
          <p:cNvSpPr/>
          <p:nvPr/>
        </p:nvSpPr>
        <p:spPr>
          <a:xfrm>
            <a:off x="4581928" y="4659228"/>
            <a:ext cx="3028123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???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C268B1CC-D54B-4BAB-B7C2-545B8BC1A13E}"/>
              </a:ext>
            </a:extLst>
          </p:cNvPr>
          <p:cNvCxnSpPr/>
          <p:nvPr/>
        </p:nvCxnSpPr>
        <p:spPr>
          <a:xfrm>
            <a:off x="5440017" y="1826690"/>
            <a:ext cx="13119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55DD4D16-F590-423B-B793-DF02F625B8B9}"/>
              </a:ext>
            </a:extLst>
          </p:cNvPr>
          <p:cNvCxnSpPr/>
          <p:nvPr/>
        </p:nvCxnSpPr>
        <p:spPr>
          <a:xfrm>
            <a:off x="5440017" y="3068819"/>
            <a:ext cx="13119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4DC9F98B-165D-49D2-B21A-27FE4435D9DD}"/>
              </a:ext>
            </a:extLst>
          </p:cNvPr>
          <p:cNvCxnSpPr/>
          <p:nvPr/>
        </p:nvCxnSpPr>
        <p:spPr>
          <a:xfrm>
            <a:off x="5440017" y="3250094"/>
            <a:ext cx="13119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40A0D026-C7F7-4946-8EA1-290B9F499FB0}"/>
              </a:ext>
            </a:extLst>
          </p:cNvPr>
          <p:cNvSpPr/>
          <p:nvPr/>
        </p:nvSpPr>
        <p:spPr>
          <a:xfrm>
            <a:off x="4923173" y="4264571"/>
            <a:ext cx="2345635" cy="265472"/>
          </a:xfrm>
          <a:custGeom>
            <a:avLst/>
            <a:gdLst>
              <a:gd name="connsiteX0" fmla="*/ 0 w 2345635"/>
              <a:gd name="connsiteY0" fmla="*/ 238968 h 265472"/>
              <a:gd name="connsiteX1" fmla="*/ 185530 w 2345635"/>
              <a:gd name="connsiteY1" fmla="*/ 13681 h 265472"/>
              <a:gd name="connsiteX2" fmla="*/ 463826 w 2345635"/>
              <a:gd name="connsiteY2" fmla="*/ 238968 h 265472"/>
              <a:gd name="connsiteX3" fmla="*/ 649356 w 2345635"/>
              <a:gd name="connsiteY3" fmla="*/ 40185 h 265472"/>
              <a:gd name="connsiteX4" fmla="*/ 914400 w 2345635"/>
              <a:gd name="connsiteY4" fmla="*/ 238968 h 265472"/>
              <a:gd name="connsiteX5" fmla="*/ 1060174 w 2345635"/>
              <a:gd name="connsiteY5" fmla="*/ 93194 h 265472"/>
              <a:gd name="connsiteX6" fmla="*/ 1298713 w 2345635"/>
              <a:gd name="connsiteY6" fmla="*/ 212463 h 265472"/>
              <a:gd name="connsiteX7" fmla="*/ 1470991 w 2345635"/>
              <a:gd name="connsiteY7" fmla="*/ 26933 h 265472"/>
              <a:gd name="connsiteX8" fmla="*/ 1709530 w 2345635"/>
              <a:gd name="connsiteY8" fmla="*/ 199211 h 265472"/>
              <a:gd name="connsiteX9" fmla="*/ 1868556 w 2345635"/>
              <a:gd name="connsiteY9" fmla="*/ 429 h 265472"/>
              <a:gd name="connsiteX10" fmla="*/ 2160104 w 2345635"/>
              <a:gd name="connsiteY10" fmla="*/ 265472 h 265472"/>
              <a:gd name="connsiteX11" fmla="*/ 2345635 w 2345635"/>
              <a:gd name="connsiteY11" fmla="*/ 429 h 26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45635" h="265472">
                <a:moveTo>
                  <a:pt x="0" y="238968"/>
                </a:moveTo>
                <a:cubicBezTo>
                  <a:pt x="54113" y="126324"/>
                  <a:pt x="108226" y="13681"/>
                  <a:pt x="185530" y="13681"/>
                </a:cubicBezTo>
                <a:cubicBezTo>
                  <a:pt x="262834" y="13681"/>
                  <a:pt x="386522" y="234551"/>
                  <a:pt x="463826" y="238968"/>
                </a:cubicBezTo>
                <a:cubicBezTo>
                  <a:pt x="541130" y="243385"/>
                  <a:pt x="574260" y="40185"/>
                  <a:pt x="649356" y="40185"/>
                </a:cubicBezTo>
                <a:cubicBezTo>
                  <a:pt x="724452" y="40185"/>
                  <a:pt x="845930" y="230133"/>
                  <a:pt x="914400" y="238968"/>
                </a:cubicBezTo>
                <a:cubicBezTo>
                  <a:pt x="982870" y="247803"/>
                  <a:pt x="996122" y="97612"/>
                  <a:pt x="1060174" y="93194"/>
                </a:cubicBezTo>
                <a:cubicBezTo>
                  <a:pt x="1124226" y="88776"/>
                  <a:pt x="1230244" y="223506"/>
                  <a:pt x="1298713" y="212463"/>
                </a:cubicBezTo>
                <a:cubicBezTo>
                  <a:pt x="1367183" y="201419"/>
                  <a:pt x="1402522" y="29142"/>
                  <a:pt x="1470991" y="26933"/>
                </a:cubicBezTo>
                <a:cubicBezTo>
                  <a:pt x="1539460" y="24724"/>
                  <a:pt x="1643269" y="203628"/>
                  <a:pt x="1709530" y="199211"/>
                </a:cubicBezTo>
                <a:cubicBezTo>
                  <a:pt x="1775791" y="194794"/>
                  <a:pt x="1793460" y="-10615"/>
                  <a:pt x="1868556" y="429"/>
                </a:cubicBezTo>
                <a:cubicBezTo>
                  <a:pt x="1943652" y="11472"/>
                  <a:pt x="2080591" y="265472"/>
                  <a:pt x="2160104" y="265472"/>
                </a:cubicBezTo>
                <a:cubicBezTo>
                  <a:pt x="2239617" y="265472"/>
                  <a:pt x="2292626" y="132950"/>
                  <a:pt x="2345635" y="429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Пнг Думает 11 фото">
            <a:extLst>
              <a:ext uri="{FF2B5EF4-FFF2-40B4-BE49-F238E27FC236}">
                <a16:creationId xmlns:a16="http://schemas.microsoft.com/office/drawing/2014/main" id="{DCA01EAA-8062-4C35-90F8-FD19FEE4A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719" y="3266660"/>
            <a:ext cx="3849017" cy="3849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7333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097A614-71CC-4BA4-84DD-A8DCF5536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5453"/>
            <a:ext cx="10515600" cy="548709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Начинается считалка:</a:t>
            </a:r>
          </a:p>
          <a:p>
            <a:pPr marL="0" indent="0" algn="ctr">
              <a:buNone/>
            </a:pPr>
            <a:endParaRPr lang="ru-RU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берегу сидит галка,</a:t>
            </a:r>
          </a:p>
          <a:p>
            <a:pPr marL="0" indent="0" algn="ctr">
              <a:buNone/>
            </a:pPr>
            <a:endParaRPr lang="ru-RU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Две вороны, воробей,</a:t>
            </a:r>
          </a:p>
          <a:p>
            <a:pPr marL="0" indent="0" algn="ctr">
              <a:buNone/>
            </a:pPr>
            <a:endParaRPr lang="ru-RU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Три сороки, соловей.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575E949-0348-475C-A710-25986332BD8E}"/>
              </a:ext>
            </a:extLst>
          </p:cNvPr>
          <p:cNvSpPr/>
          <p:nvPr/>
        </p:nvSpPr>
        <p:spPr>
          <a:xfrm>
            <a:off x="3087757" y="3322994"/>
            <a:ext cx="2080591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Сколько?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86A93BC-4A7A-4719-9E74-9714706E0720}"/>
              </a:ext>
            </a:extLst>
          </p:cNvPr>
          <p:cNvSpPr/>
          <p:nvPr/>
        </p:nvSpPr>
        <p:spPr>
          <a:xfrm>
            <a:off x="3087757" y="4764514"/>
            <a:ext cx="2080591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Сколько?</a:t>
            </a:r>
          </a:p>
        </p:txBody>
      </p:sp>
      <p:pic>
        <p:nvPicPr>
          <p:cNvPr id="2060" name="Picture 12" descr="Соловей и воробей - картинки и фото poknok.art">
            <a:extLst>
              <a:ext uri="{FF2B5EF4-FFF2-40B4-BE49-F238E27FC236}">
                <a16:creationId xmlns:a16="http://schemas.microsoft.com/office/drawing/2014/main" id="{0CB91B4B-AD51-43F4-8A65-882BC8B26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38260"/>
            <a:ext cx="2240805" cy="2219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416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4DEDA8-72E1-48BE-9099-E1BAAFF2C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6348" y="2846836"/>
            <a:ext cx="10999304" cy="116432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имя числительное?</a:t>
            </a:r>
          </a:p>
        </p:txBody>
      </p:sp>
    </p:spTree>
    <p:extLst>
      <p:ext uri="{BB962C8B-B14F-4D97-AF65-F5344CB8AC3E}">
        <p14:creationId xmlns:p14="http://schemas.microsoft.com/office/powerpoint/2010/main" val="4257974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4DEDA8-72E1-48BE-9099-E1BAAFF2C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6348" y="2846836"/>
            <a:ext cx="10999304" cy="1164327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 узнаем, что такое…</a:t>
            </a:r>
          </a:p>
        </p:txBody>
      </p:sp>
    </p:spTree>
    <p:extLst>
      <p:ext uri="{BB962C8B-B14F-4D97-AF65-F5344CB8AC3E}">
        <p14:creationId xmlns:p14="http://schemas.microsoft.com/office/powerpoint/2010/main" val="479383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4DEDA8-72E1-48BE-9099-E1BAAFF2C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6348" y="2460996"/>
            <a:ext cx="10999304" cy="1936007"/>
          </a:xfrm>
        </p:spPr>
        <p:txBody>
          <a:bodyPr>
            <a:no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 узнаем, что такое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имя числительное</a:t>
            </a:r>
          </a:p>
        </p:txBody>
      </p:sp>
    </p:spTree>
    <p:extLst>
      <p:ext uri="{BB962C8B-B14F-4D97-AF65-F5344CB8AC3E}">
        <p14:creationId xmlns:p14="http://schemas.microsoft.com/office/powerpoint/2010/main" val="2990834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ED91C8-FC07-4CCB-A4E6-85C88C56F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7783D6-C831-4053-ADC8-4E7FB8E27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Узнаем, что такое имя числительное.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Закрепим наши знания.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Сварим суп.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Проверим себя с помощью теста.</a:t>
            </a:r>
          </a:p>
        </p:txBody>
      </p:sp>
      <p:pic>
        <p:nvPicPr>
          <p:cNvPr id="7170" name="Picture 2" descr="Часто задаваемые вопросы, возникающие при построении систем видеонаблюдения  - полезные статьи">
            <a:extLst>
              <a:ext uri="{FF2B5EF4-FFF2-40B4-BE49-F238E27FC236}">
                <a16:creationId xmlns:a16="http://schemas.microsoft.com/office/drawing/2014/main" id="{3BF91FE0-77A8-465C-9C43-D09863FCB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9452" y="3853277"/>
            <a:ext cx="2362548" cy="2872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7849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ED91C8-FC07-4CCB-A4E6-85C88C56F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7783D6-C831-4053-ADC8-4E7FB8E27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Узнаем, что такое имя числительное.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Закрепим наши знания.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Проверим себя с помощью теста.</a:t>
            </a:r>
          </a:p>
        </p:txBody>
      </p:sp>
      <p:pic>
        <p:nvPicPr>
          <p:cNvPr id="8194" name="Picture 2" descr="3-й человек, держащий доску и показывающий вверх большие пальцы на белом  фоне — Стоковое фото © 3dconceptsman #12629978">
            <a:extLst>
              <a:ext uri="{FF2B5EF4-FFF2-40B4-BE49-F238E27FC236}">
                <a16:creationId xmlns:a16="http://schemas.microsoft.com/office/drawing/2014/main" id="{9C5B1E16-37DD-4C68-8EE4-8B9C8798C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469" y="4108172"/>
            <a:ext cx="2749828" cy="2749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7902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81855B5-657E-410B-984F-87CE644F1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115" y="732"/>
            <a:ext cx="6785839" cy="685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368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B60DF5-77B1-477A-AF4C-E7BF440DA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933" y="681167"/>
            <a:ext cx="8984975" cy="4958315"/>
          </a:xfrm>
        </p:spPr>
        <p:txBody>
          <a:bodyPr>
            <a:noAutofit/>
          </a:bodyPr>
          <a:lstStyle/>
          <a:p>
            <a:pPr algn="l"/>
            <a: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Видишь, смотрят из гнезда</a:t>
            </a:r>
            <a:b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Два молоденьких дрозда.</a:t>
            </a:r>
            <a:b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Клюв покажет первый дрозд,</a:t>
            </a:r>
            <a:b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второй покажет хвост.       </a:t>
            </a:r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(С. Маршак)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B1E8955-F0D9-4826-8C57-018124FE8884}"/>
              </a:ext>
            </a:extLst>
          </p:cNvPr>
          <p:cNvSpPr/>
          <p:nvPr/>
        </p:nvSpPr>
        <p:spPr>
          <a:xfrm>
            <a:off x="-440517" y="2152413"/>
            <a:ext cx="3690494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Сколько?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96826E2-1ABC-46AD-A903-CD035A5EDE22}"/>
              </a:ext>
            </a:extLst>
          </p:cNvPr>
          <p:cNvSpPr/>
          <p:nvPr/>
        </p:nvSpPr>
        <p:spPr>
          <a:xfrm>
            <a:off x="3694160" y="3429000"/>
            <a:ext cx="3690494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Который?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C31D079-3B75-4CA6-9144-7E6CD465C650}"/>
              </a:ext>
            </a:extLst>
          </p:cNvPr>
          <p:cNvSpPr/>
          <p:nvPr/>
        </p:nvSpPr>
        <p:spPr>
          <a:xfrm>
            <a:off x="450573" y="4534241"/>
            <a:ext cx="3690494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Который?</a:t>
            </a:r>
          </a:p>
        </p:txBody>
      </p:sp>
      <p:pic>
        <p:nvPicPr>
          <p:cNvPr id="5122" name="Picture 2" descr="Два дрозда - Маршак - читать стихотворение онлайн | Мишкины книжки">
            <a:extLst>
              <a:ext uri="{FF2B5EF4-FFF2-40B4-BE49-F238E27FC236}">
                <a16:creationId xmlns:a16="http://schemas.microsoft.com/office/drawing/2014/main" id="{709DE738-E3FD-468F-86D9-DBA71E090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443" y="136523"/>
            <a:ext cx="3392557" cy="3061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716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9CAA5DD-2F7D-44F1-ADE6-73E0FA93B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15" y="964095"/>
            <a:ext cx="4929810" cy="492981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D560C24-B484-4B88-9606-D8FBFCF98DD5}"/>
              </a:ext>
            </a:extLst>
          </p:cNvPr>
          <p:cNvSpPr/>
          <p:nvPr/>
        </p:nvSpPr>
        <p:spPr>
          <a:xfrm>
            <a:off x="1136491" y="230848"/>
            <a:ext cx="3690494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группа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5B5F55-5EB7-488E-AE35-75FBF5180F9B}"/>
              </a:ext>
            </a:extLst>
          </p:cNvPr>
          <p:cNvSpPr/>
          <p:nvPr/>
        </p:nvSpPr>
        <p:spPr>
          <a:xfrm>
            <a:off x="6718972" y="5909639"/>
            <a:ext cx="51419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9292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https://fliktop.ru/vlkv2812/playlist/cards/sootvetstviya/fe7a525a-b5a9-46bf-bcb9-e602f90a4656/?open=true</a:t>
            </a:r>
            <a:endParaRPr lang="ru-RU" dirty="0">
              <a:solidFill>
                <a:srgbClr val="2929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rgbClr val="2929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B631948-6660-4EA5-AB57-07F78F6E4D65}"/>
              </a:ext>
            </a:extLst>
          </p:cNvPr>
          <p:cNvSpPr/>
          <p:nvPr/>
        </p:nvSpPr>
        <p:spPr>
          <a:xfrm>
            <a:off x="515115" y="5980221"/>
            <a:ext cx="55526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9292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https://fliktop.ru/vlkv2812/playlist/cards/sortirovka-po-gruppam/4f6bc428-868a-4b2b-857d-16151cd06acd/?open=true</a:t>
            </a:r>
            <a:endParaRPr lang="ru-RU" dirty="0">
              <a:solidFill>
                <a:srgbClr val="2929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8273009-BEC5-49F2-8529-0C73C248E6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972" y="1050411"/>
            <a:ext cx="4929810" cy="492981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60BC55B-2929-4814-A6A0-744F66218DEE}"/>
              </a:ext>
            </a:extLst>
          </p:cNvPr>
          <p:cNvSpPr/>
          <p:nvPr/>
        </p:nvSpPr>
        <p:spPr>
          <a:xfrm>
            <a:off x="7322065" y="230848"/>
            <a:ext cx="3690494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группа</a:t>
            </a:r>
          </a:p>
        </p:txBody>
      </p:sp>
    </p:spTree>
    <p:extLst>
      <p:ext uri="{BB962C8B-B14F-4D97-AF65-F5344CB8AC3E}">
        <p14:creationId xmlns:p14="http://schemas.microsoft.com/office/powerpoint/2010/main" val="1874048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ED91C8-FC07-4CCB-A4E6-85C88C56F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7783D6-C831-4053-ADC8-4E7FB8E27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обозначает имя числительное?</a:t>
            </a:r>
          </a:p>
          <a:p>
            <a:pPr marL="0" indent="0">
              <a:buNone/>
            </a:pP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А) Признак предмета.</a:t>
            </a:r>
          </a:p>
          <a:p>
            <a:pPr marL="0" indent="0">
              <a:buNone/>
            </a:pP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Б) Количество или порядок при счёте.</a:t>
            </a:r>
          </a:p>
          <a:p>
            <a:pPr marL="0" indent="0">
              <a:buNone/>
            </a:pPr>
            <a:endParaRPr lang="ru-RU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Какой вопрос у числительного «первый»?</a:t>
            </a:r>
          </a:p>
          <a:p>
            <a:pPr marL="0" indent="0">
              <a:buNone/>
            </a:pP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А) Который?</a:t>
            </a:r>
          </a:p>
          <a:p>
            <a:pPr marL="0" indent="0">
              <a:buNone/>
            </a:pP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Б) Сколько?</a:t>
            </a:r>
          </a:p>
        </p:txBody>
      </p:sp>
    </p:spTree>
    <p:extLst>
      <p:ext uri="{BB962C8B-B14F-4D97-AF65-F5344CB8AC3E}">
        <p14:creationId xmlns:p14="http://schemas.microsoft.com/office/powerpoint/2010/main" val="593848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ED91C8-FC07-4CCB-A4E6-85C88C56F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Ответы на тест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7783D6-C831-4053-ADC8-4E7FB8E27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обозначает имя числительное?</a:t>
            </a:r>
          </a:p>
          <a:p>
            <a:pPr marL="0" indent="0">
              <a:buNone/>
            </a:pP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А) Признак предмета.</a:t>
            </a:r>
          </a:p>
          <a:p>
            <a:pPr marL="0" indent="0">
              <a:buNone/>
            </a:pP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Б) Количество или порядок при счёте.</a:t>
            </a:r>
          </a:p>
          <a:p>
            <a:pPr marL="0" indent="0">
              <a:buNone/>
            </a:pPr>
            <a:endParaRPr lang="ru-RU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Какой вопрос у числительного «первый»?</a:t>
            </a:r>
          </a:p>
          <a:p>
            <a:pPr marL="0" indent="0">
              <a:buNone/>
            </a:pP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А) Который?</a:t>
            </a:r>
          </a:p>
          <a:p>
            <a:pPr marL="0" indent="0">
              <a:buNone/>
            </a:pP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Б) Сколько?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BC3A9330-6E30-4227-9620-C1E32B2DA162}"/>
              </a:ext>
            </a:extLst>
          </p:cNvPr>
          <p:cNvSpPr/>
          <p:nvPr/>
        </p:nvSpPr>
        <p:spPr>
          <a:xfrm>
            <a:off x="745434" y="2821849"/>
            <a:ext cx="659296" cy="6573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86933F6C-C27F-4A63-BBF3-94A80D6D44EC}"/>
              </a:ext>
            </a:extLst>
          </p:cNvPr>
          <p:cNvSpPr/>
          <p:nvPr/>
        </p:nvSpPr>
        <p:spPr>
          <a:xfrm>
            <a:off x="745434" y="4703139"/>
            <a:ext cx="659296" cy="6573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9908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B60DF5-77B1-477A-AF4C-E7BF440DA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3504" y="1195168"/>
            <a:ext cx="8984975" cy="4467664"/>
          </a:xfrm>
        </p:spPr>
        <p:txBody>
          <a:bodyPr>
            <a:noAutofit/>
          </a:bodyPr>
          <a:lstStyle/>
          <a:p>
            <a: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Кот</a:t>
            </a:r>
            <a:b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Бежать</a:t>
            </a:r>
            <a:b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Красивый</a:t>
            </a:r>
            <a:b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Пять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B1E8955-F0D9-4826-8C57-018124FE8884}"/>
              </a:ext>
            </a:extLst>
          </p:cNvPr>
          <p:cNvSpPr/>
          <p:nvPr/>
        </p:nvSpPr>
        <p:spPr>
          <a:xfrm>
            <a:off x="4250746" y="913734"/>
            <a:ext cx="3690494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Имя существительное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96826E2-1ABC-46AD-A903-CD035A5EDE22}"/>
              </a:ext>
            </a:extLst>
          </p:cNvPr>
          <p:cNvSpPr/>
          <p:nvPr/>
        </p:nvSpPr>
        <p:spPr>
          <a:xfrm>
            <a:off x="4250746" y="2242466"/>
            <a:ext cx="3690494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Глагол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C31D079-3B75-4CA6-9144-7E6CD465C650}"/>
              </a:ext>
            </a:extLst>
          </p:cNvPr>
          <p:cNvSpPr/>
          <p:nvPr/>
        </p:nvSpPr>
        <p:spPr>
          <a:xfrm>
            <a:off x="4250742" y="3352694"/>
            <a:ext cx="3690494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Имя прилагательное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A6F6980-48B8-4EDA-83AE-0559637EF380}"/>
              </a:ext>
            </a:extLst>
          </p:cNvPr>
          <p:cNvSpPr/>
          <p:nvPr/>
        </p:nvSpPr>
        <p:spPr>
          <a:xfrm>
            <a:off x="4581928" y="4659228"/>
            <a:ext cx="3028123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Имя числительное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C268B1CC-D54B-4BAB-B7C2-545B8BC1A13E}"/>
              </a:ext>
            </a:extLst>
          </p:cNvPr>
          <p:cNvCxnSpPr/>
          <p:nvPr/>
        </p:nvCxnSpPr>
        <p:spPr>
          <a:xfrm>
            <a:off x="5440017" y="1826690"/>
            <a:ext cx="13119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55DD4D16-F590-423B-B793-DF02F625B8B9}"/>
              </a:ext>
            </a:extLst>
          </p:cNvPr>
          <p:cNvCxnSpPr/>
          <p:nvPr/>
        </p:nvCxnSpPr>
        <p:spPr>
          <a:xfrm>
            <a:off x="5440017" y="3068819"/>
            <a:ext cx="13119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4DC9F98B-165D-49D2-B21A-27FE4435D9DD}"/>
              </a:ext>
            </a:extLst>
          </p:cNvPr>
          <p:cNvCxnSpPr/>
          <p:nvPr/>
        </p:nvCxnSpPr>
        <p:spPr>
          <a:xfrm>
            <a:off x="5440017" y="3266660"/>
            <a:ext cx="13119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40A0D026-C7F7-4946-8EA1-290B9F499FB0}"/>
              </a:ext>
            </a:extLst>
          </p:cNvPr>
          <p:cNvSpPr/>
          <p:nvPr/>
        </p:nvSpPr>
        <p:spPr>
          <a:xfrm>
            <a:off x="4923173" y="4264571"/>
            <a:ext cx="2345635" cy="265472"/>
          </a:xfrm>
          <a:custGeom>
            <a:avLst/>
            <a:gdLst>
              <a:gd name="connsiteX0" fmla="*/ 0 w 2345635"/>
              <a:gd name="connsiteY0" fmla="*/ 238968 h 265472"/>
              <a:gd name="connsiteX1" fmla="*/ 185530 w 2345635"/>
              <a:gd name="connsiteY1" fmla="*/ 13681 h 265472"/>
              <a:gd name="connsiteX2" fmla="*/ 463826 w 2345635"/>
              <a:gd name="connsiteY2" fmla="*/ 238968 h 265472"/>
              <a:gd name="connsiteX3" fmla="*/ 649356 w 2345635"/>
              <a:gd name="connsiteY3" fmla="*/ 40185 h 265472"/>
              <a:gd name="connsiteX4" fmla="*/ 914400 w 2345635"/>
              <a:gd name="connsiteY4" fmla="*/ 238968 h 265472"/>
              <a:gd name="connsiteX5" fmla="*/ 1060174 w 2345635"/>
              <a:gd name="connsiteY5" fmla="*/ 93194 h 265472"/>
              <a:gd name="connsiteX6" fmla="*/ 1298713 w 2345635"/>
              <a:gd name="connsiteY6" fmla="*/ 212463 h 265472"/>
              <a:gd name="connsiteX7" fmla="*/ 1470991 w 2345635"/>
              <a:gd name="connsiteY7" fmla="*/ 26933 h 265472"/>
              <a:gd name="connsiteX8" fmla="*/ 1709530 w 2345635"/>
              <a:gd name="connsiteY8" fmla="*/ 199211 h 265472"/>
              <a:gd name="connsiteX9" fmla="*/ 1868556 w 2345635"/>
              <a:gd name="connsiteY9" fmla="*/ 429 h 265472"/>
              <a:gd name="connsiteX10" fmla="*/ 2160104 w 2345635"/>
              <a:gd name="connsiteY10" fmla="*/ 265472 h 265472"/>
              <a:gd name="connsiteX11" fmla="*/ 2345635 w 2345635"/>
              <a:gd name="connsiteY11" fmla="*/ 429 h 26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45635" h="265472">
                <a:moveTo>
                  <a:pt x="0" y="238968"/>
                </a:moveTo>
                <a:cubicBezTo>
                  <a:pt x="54113" y="126324"/>
                  <a:pt x="108226" y="13681"/>
                  <a:pt x="185530" y="13681"/>
                </a:cubicBezTo>
                <a:cubicBezTo>
                  <a:pt x="262834" y="13681"/>
                  <a:pt x="386522" y="234551"/>
                  <a:pt x="463826" y="238968"/>
                </a:cubicBezTo>
                <a:cubicBezTo>
                  <a:pt x="541130" y="243385"/>
                  <a:pt x="574260" y="40185"/>
                  <a:pt x="649356" y="40185"/>
                </a:cubicBezTo>
                <a:cubicBezTo>
                  <a:pt x="724452" y="40185"/>
                  <a:pt x="845930" y="230133"/>
                  <a:pt x="914400" y="238968"/>
                </a:cubicBezTo>
                <a:cubicBezTo>
                  <a:pt x="982870" y="247803"/>
                  <a:pt x="996122" y="97612"/>
                  <a:pt x="1060174" y="93194"/>
                </a:cubicBezTo>
                <a:cubicBezTo>
                  <a:pt x="1124226" y="88776"/>
                  <a:pt x="1230244" y="223506"/>
                  <a:pt x="1298713" y="212463"/>
                </a:cubicBezTo>
                <a:cubicBezTo>
                  <a:pt x="1367183" y="201419"/>
                  <a:pt x="1402522" y="29142"/>
                  <a:pt x="1470991" y="26933"/>
                </a:cubicBezTo>
                <a:cubicBezTo>
                  <a:pt x="1539460" y="24724"/>
                  <a:pt x="1643269" y="203628"/>
                  <a:pt x="1709530" y="199211"/>
                </a:cubicBezTo>
                <a:cubicBezTo>
                  <a:pt x="1775791" y="194794"/>
                  <a:pt x="1793460" y="-10615"/>
                  <a:pt x="1868556" y="429"/>
                </a:cubicBezTo>
                <a:cubicBezTo>
                  <a:pt x="1943652" y="11472"/>
                  <a:pt x="2080591" y="265472"/>
                  <a:pt x="2160104" y="265472"/>
                </a:cubicBezTo>
                <a:cubicBezTo>
                  <a:pt x="2239617" y="265472"/>
                  <a:pt x="2292626" y="132950"/>
                  <a:pt x="2345635" y="429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Picture 2" descr="https://sun9-35.userapi.com/s/v1/ig2/TRsUQHZBYfdOR7cah-VRgJP5cl5rtX-OavjSoHNiBaGwGdgQdGpw6PESlhbz3w3T5RS4XVxQLsYAK-OXJA9w_D6i.jpg?quality=95&amp;as=32x32,48x48,72x72,108x108,160x160,240x240,360x360,480x480,540x540,640x640,720x720,1024x1024&amp;from=bu&amp;u=Y6R8WGw5_MzWnx8GPmKfch0VnkzWnEv_xEiyy5uvCyc&amp;cs=1024x0">
            <a:extLst>
              <a:ext uri="{FF2B5EF4-FFF2-40B4-BE49-F238E27FC236}">
                <a16:creationId xmlns:a16="http://schemas.microsoft.com/office/drawing/2014/main" id="{81ED22A5-E911-48B8-976F-6AF5CB828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2804" y="3266660"/>
            <a:ext cx="3591340" cy="3591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8137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267</Words>
  <Application>Microsoft Office PowerPoint</Application>
  <PresentationFormat>Широкоэкранный</PresentationFormat>
  <Paragraphs>55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Тема Office</vt:lpstr>
      <vt:lpstr>Кот  Бежать  Красивый  Пять</vt:lpstr>
      <vt:lpstr>Презентация PowerPoint</vt:lpstr>
      <vt:lpstr>Что такое имя числительное?</vt:lpstr>
      <vt:lpstr>Цель: узнаем, что такое…</vt:lpstr>
      <vt:lpstr>Цель: узнаем, что такое  имя числительное</vt:lpstr>
      <vt:lpstr>План</vt:lpstr>
      <vt:lpstr>План</vt:lpstr>
      <vt:lpstr>Презентация PowerPoint</vt:lpstr>
      <vt:lpstr>Видишь, смотрят из гнезда  Два молоденьких дрозда.  Клюв покажет первый дрозд,  А второй покажет хвост.       (С. Маршак)</vt:lpstr>
      <vt:lpstr>Презентация PowerPoint</vt:lpstr>
      <vt:lpstr>Тест</vt:lpstr>
      <vt:lpstr>Ответы на тест</vt:lpstr>
      <vt:lpstr>Кот  Бежать  Красивый  Пять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Кот  Бежать  Красивый  Он  Пять</dc:title>
  <dc:creator>Елена Волкова</dc:creator>
  <cp:lastModifiedBy>Елена Волкова</cp:lastModifiedBy>
  <cp:revision>10</cp:revision>
  <dcterms:created xsi:type="dcterms:W3CDTF">2026-04-11T07:11:45Z</dcterms:created>
  <dcterms:modified xsi:type="dcterms:W3CDTF">2026-04-12T05:35:32Z</dcterms:modified>
</cp:coreProperties>
</file>